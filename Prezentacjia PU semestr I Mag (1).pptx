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2" r:id="rId18"/>
    <p:sldId id="274" r:id="rId19"/>
    <p:sldId id="270" r:id="rId20"/>
    <p:sldId id="269" r:id="rId21"/>
    <p:sldId id="273" r:id="rId2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32428B-9766-5127-4643-D821B0EDB6CD}" v="12" dt="2026-02-03T18:33:41.459"/>
    <p1510:client id="{CDEF84EF-06B9-4011-9FA9-9F6F1A6A5484}" v="180" dt="2026-02-02T18:24:20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182" autoAdjust="0"/>
  </p:normalViewPr>
  <p:slideViewPr>
    <p:cSldViewPr snapToGrid="0">
      <p:cViewPr varScale="1">
        <p:scale>
          <a:sx n="83" d="100"/>
          <a:sy n="83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63C253-08D6-46C7-BB95-5343CCA190D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A827730-322B-4A40-BC3B-76521620DCA5}">
      <dgm:prSet/>
      <dgm:spPr/>
      <dgm:t>
        <a:bodyPr/>
        <a:lstStyle/>
        <a:p>
          <a:r>
            <a:rPr lang="pl-PL" dirty="0"/>
            <a:t>Czym jest nasza gra binarna?</a:t>
          </a:r>
          <a:endParaRPr lang="en-US" dirty="0"/>
        </a:p>
      </dgm:t>
    </dgm:pt>
    <dgm:pt modelId="{68C7C126-4E38-42A4-9A15-7AB023B7EC7A}" type="parTrans" cxnId="{3B83773D-95BA-48E4-96F4-FF426C22DED2}">
      <dgm:prSet/>
      <dgm:spPr/>
      <dgm:t>
        <a:bodyPr/>
        <a:lstStyle/>
        <a:p>
          <a:endParaRPr lang="en-US"/>
        </a:p>
      </dgm:t>
    </dgm:pt>
    <dgm:pt modelId="{0D67AA9F-55C2-48B8-8324-38DD31D1569C}" type="sibTrans" cxnId="{3B83773D-95BA-48E4-96F4-FF426C22DED2}">
      <dgm:prSet/>
      <dgm:spPr/>
      <dgm:t>
        <a:bodyPr/>
        <a:lstStyle/>
        <a:p>
          <a:endParaRPr lang="en-US"/>
        </a:p>
      </dgm:t>
    </dgm:pt>
    <dgm:pt modelId="{E150E8D4-810E-4BD1-B84D-A3DD4371F849}">
      <dgm:prSet/>
      <dgm:spPr/>
      <dgm:t>
        <a:bodyPr/>
        <a:lstStyle/>
        <a:p>
          <a:r>
            <a:rPr lang="pl-PL" dirty="0"/>
            <a:t>Założenia projektu</a:t>
          </a:r>
          <a:endParaRPr lang="en-US" dirty="0"/>
        </a:p>
      </dgm:t>
    </dgm:pt>
    <dgm:pt modelId="{A7CC34A3-E4B2-44F3-AFFF-DB23C28709A3}" type="parTrans" cxnId="{DA357E72-299B-4ED1-9495-DA484085E862}">
      <dgm:prSet/>
      <dgm:spPr/>
      <dgm:t>
        <a:bodyPr/>
        <a:lstStyle/>
        <a:p>
          <a:endParaRPr lang="en-US"/>
        </a:p>
      </dgm:t>
    </dgm:pt>
    <dgm:pt modelId="{66DB3E8A-855E-45DA-95ED-0628875895C7}" type="sibTrans" cxnId="{DA357E72-299B-4ED1-9495-DA484085E862}">
      <dgm:prSet/>
      <dgm:spPr/>
      <dgm:t>
        <a:bodyPr/>
        <a:lstStyle/>
        <a:p>
          <a:endParaRPr lang="en-US"/>
        </a:p>
      </dgm:t>
    </dgm:pt>
    <dgm:pt modelId="{C4AE2DC4-3564-4A58-B899-24538D1EF337}">
      <dgm:prSet/>
      <dgm:spPr/>
      <dgm:t>
        <a:bodyPr/>
        <a:lstStyle/>
        <a:p>
          <a:r>
            <a:rPr lang="pl-PL" dirty="0"/>
            <a:t>Wykorzystane narzędzia i środowisko pracy</a:t>
          </a:r>
          <a:endParaRPr lang="en-US" dirty="0"/>
        </a:p>
      </dgm:t>
    </dgm:pt>
    <dgm:pt modelId="{8D89617B-165B-4106-A9A9-96036A6AA329}" type="parTrans" cxnId="{67B7C50E-B7C4-44E1-B294-7B2F3EE536EE}">
      <dgm:prSet/>
      <dgm:spPr/>
      <dgm:t>
        <a:bodyPr/>
        <a:lstStyle/>
        <a:p>
          <a:endParaRPr lang="en-US"/>
        </a:p>
      </dgm:t>
    </dgm:pt>
    <dgm:pt modelId="{77AF6B85-1AEB-447A-A43D-07B747EF1E28}" type="sibTrans" cxnId="{67B7C50E-B7C4-44E1-B294-7B2F3EE536EE}">
      <dgm:prSet/>
      <dgm:spPr/>
      <dgm:t>
        <a:bodyPr/>
        <a:lstStyle/>
        <a:p>
          <a:endParaRPr lang="en-US"/>
        </a:p>
      </dgm:t>
    </dgm:pt>
    <dgm:pt modelId="{4F378F61-5251-4304-BE93-A0ADC4C9A23C}">
      <dgm:prSet/>
      <dgm:spPr/>
      <dgm:t>
        <a:bodyPr/>
        <a:lstStyle/>
        <a:p>
          <a:r>
            <a:rPr lang="pl-PL" dirty="0"/>
            <a:t>Baza Danych</a:t>
          </a:r>
          <a:endParaRPr lang="en-US" dirty="0"/>
        </a:p>
      </dgm:t>
    </dgm:pt>
    <dgm:pt modelId="{34BB09EF-BB8B-4558-B072-15ABDAE29866}" type="parTrans" cxnId="{5F3A0A04-1FE3-4EB2-9C3F-7A0FAFA99679}">
      <dgm:prSet/>
      <dgm:spPr/>
      <dgm:t>
        <a:bodyPr/>
        <a:lstStyle/>
        <a:p>
          <a:endParaRPr lang="en-US"/>
        </a:p>
      </dgm:t>
    </dgm:pt>
    <dgm:pt modelId="{EBF185D0-AA48-4A13-BA23-3B3A5E44BD1F}" type="sibTrans" cxnId="{5F3A0A04-1FE3-4EB2-9C3F-7A0FAFA99679}">
      <dgm:prSet/>
      <dgm:spPr/>
      <dgm:t>
        <a:bodyPr/>
        <a:lstStyle/>
        <a:p>
          <a:endParaRPr lang="en-US"/>
        </a:p>
      </dgm:t>
    </dgm:pt>
    <dgm:pt modelId="{A860EC9F-C969-4C4C-8DED-A6C8B897859A}">
      <dgm:prSet/>
      <dgm:spPr/>
      <dgm:t>
        <a:bodyPr/>
        <a:lstStyle/>
        <a:p>
          <a:r>
            <a:rPr lang="pl-PL" dirty="0"/>
            <a:t>Prezentacji aplikacji</a:t>
          </a:r>
          <a:endParaRPr lang="en-US" dirty="0"/>
        </a:p>
      </dgm:t>
    </dgm:pt>
    <dgm:pt modelId="{081BBD25-D9F8-4EE8-9079-0582AA0CCCC3}" type="parTrans" cxnId="{C3C8D14E-8195-4F54-969C-A96FAA588209}">
      <dgm:prSet/>
      <dgm:spPr/>
      <dgm:t>
        <a:bodyPr/>
        <a:lstStyle/>
        <a:p>
          <a:endParaRPr lang="en-US"/>
        </a:p>
      </dgm:t>
    </dgm:pt>
    <dgm:pt modelId="{FB8BEA45-CD38-449C-8314-7490974EFCB7}" type="sibTrans" cxnId="{C3C8D14E-8195-4F54-969C-A96FAA588209}">
      <dgm:prSet/>
      <dgm:spPr/>
      <dgm:t>
        <a:bodyPr/>
        <a:lstStyle/>
        <a:p>
          <a:endParaRPr lang="en-US"/>
        </a:p>
      </dgm:t>
    </dgm:pt>
    <dgm:pt modelId="{1DCFBBD6-4C10-4C6B-BBF1-447691D77D5F}">
      <dgm:prSet/>
      <dgm:spPr/>
      <dgm:t>
        <a:bodyPr/>
        <a:lstStyle/>
        <a:p>
          <a:r>
            <a:rPr lang="pl-PL" dirty="0"/>
            <a:t>Koniec</a:t>
          </a:r>
          <a:endParaRPr lang="en-US" dirty="0"/>
        </a:p>
      </dgm:t>
    </dgm:pt>
    <dgm:pt modelId="{471320E9-E0F9-4E3F-87C1-D0ADE68B75A0}" type="parTrans" cxnId="{5C3E2381-DDF9-4DF3-A9A4-ED575D491B68}">
      <dgm:prSet/>
      <dgm:spPr/>
      <dgm:t>
        <a:bodyPr/>
        <a:lstStyle/>
        <a:p>
          <a:endParaRPr lang="en-US"/>
        </a:p>
      </dgm:t>
    </dgm:pt>
    <dgm:pt modelId="{BEF309D9-BF7E-4E9A-8B0E-8D91FC604BAE}" type="sibTrans" cxnId="{5C3E2381-DDF9-4DF3-A9A4-ED575D491B68}">
      <dgm:prSet/>
      <dgm:spPr/>
      <dgm:t>
        <a:bodyPr/>
        <a:lstStyle/>
        <a:p>
          <a:endParaRPr lang="en-US"/>
        </a:p>
      </dgm:t>
    </dgm:pt>
    <dgm:pt modelId="{92E7E0E6-D739-46DE-9D04-9041086841A6}" type="pres">
      <dgm:prSet presAssocID="{8F63C253-08D6-46C7-BB95-5343CCA190D6}" presName="root" presStyleCnt="0">
        <dgm:presLayoutVars>
          <dgm:dir/>
          <dgm:resizeHandles val="exact"/>
        </dgm:presLayoutVars>
      </dgm:prSet>
      <dgm:spPr/>
    </dgm:pt>
    <dgm:pt modelId="{3C38D2FD-B58C-4288-A168-4A7DA8F2FC23}" type="pres">
      <dgm:prSet presAssocID="{CA827730-322B-4A40-BC3B-76521620DCA5}" presName="compNode" presStyleCnt="0"/>
      <dgm:spPr/>
    </dgm:pt>
    <dgm:pt modelId="{7F40C7F5-5823-48D5-9FCD-BF715BA720DF}" type="pres">
      <dgm:prSet presAssocID="{CA827730-322B-4A40-BC3B-76521620DCA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enariusz"/>
        </a:ext>
      </dgm:extLst>
    </dgm:pt>
    <dgm:pt modelId="{F561FA33-0D79-4024-9897-92678FB914D6}" type="pres">
      <dgm:prSet presAssocID="{CA827730-322B-4A40-BC3B-76521620DCA5}" presName="spaceRect" presStyleCnt="0"/>
      <dgm:spPr/>
    </dgm:pt>
    <dgm:pt modelId="{B2EDEC53-8825-4A03-9103-C1909491020C}" type="pres">
      <dgm:prSet presAssocID="{CA827730-322B-4A40-BC3B-76521620DCA5}" presName="textRect" presStyleLbl="revTx" presStyleIdx="0" presStyleCnt="6">
        <dgm:presLayoutVars>
          <dgm:chMax val="1"/>
          <dgm:chPref val="1"/>
        </dgm:presLayoutVars>
      </dgm:prSet>
      <dgm:spPr/>
    </dgm:pt>
    <dgm:pt modelId="{68F299C7-6D73-4CCA-A7F0-3538AA66D5E6}" type="pres">
      <dgm:prSet presAssocID="{0D67AA9F-55C2-48B8-8324-38DD31D1569C}" presName="sibTrans" presStyleCnt="0"/>
      <dgm:spPr/>
    </dgm:pt>
    <dgm:pt modelId="{2EBEA0FB-242C-42BD-9D62-7E3FEFF1BFF4}" type="pres">
      <dgm:prSet presAssocID="{E150E8D4-810E-4BD1-B84D-A3DD4371F849}" presName="compNode" presStyleCnt="0"/>
      <dgm:spPr/>
    </dgm:pt>
    <dgm:pt modelId="{EED73A6E-6445-4E69-8BE6-13D6FE64036F}" type="pres">
      <dgm:prSet presAssocID="{E150E8D4-810E-4BD1-B84D-A3DD4371F84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AC5B110E-AFD1-48D3-9A6E-5F7E8EA86728}" type="pres">
      <dgm:prSet presAssocID="{E150E8D4-810E-4BD1-B84D-A3DD4371F849}" presName="spaceRect" presStyleCnt="0"/>
      <dgm:spPr/>
    </dgm:pt>
    <dgm:pt modelId="{CFF02B53-D0D4-442F-A24F-FEE7805BDBF7}" type="pres">
      <dgm:prSet presAssocID="{E150E8D4-810E-4BD1-B84D-A3DD4371F849}" presName="textRect" presStyleLbl="revTx" presStyleIdx="1" presStyleCnt="6">
        <dgm:presLayoutVars>
          <dgm:chMax val="1"/>
          <dgm:chPref val="1"/>
        </dgm:presLayoutVars>
      </dgm:prSet>
      <dgm:spPr/>
    </dgm:pt>
    <dgm:pt modelId="{43CB6F0B-9CE2-4451-BB2C-7560E3E0BE52}" type="pres">
      <dgm:prSet presAssocID="{66DB3E8A-855E-45DA-95ED-0628875895C7}" presName="sibTrans" presStyleCnt="0"/>
      <dgm:spPr/>
    </dgm:pt>
    <dgm:pt modelId="{00994935-E32A-4E64-A0B2-76F6CB2C5947}" type="pres">
      <dgm:prSet presAssocID="{C4AE2DC4-3564-4A58-B899-24538D1EF337}" presName="compNode" presStyleCnt="0"/>
      <dgm:spPr/>
    </dgm:pt>
    <dgm:pt modelId="{8EC7F7AA-8F5A-4950-B0C6-45EED01196C6}" type="pres">
      <dgm:prSet presAssocID="{C4AE2DC4-3564-4A58-B899-24538D1EF33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rzędzia"/>
        </a:ext>
      </dgm:extLst>
    </dgm:pt>
    <dgm:pt modelId="{41E3629B-9A42-47A4-B4A8-D880BB68B20C}" type="pres">
      <dgm:prSet presAssocID="{C4AE2DC4-3564-4A58-B899-24538D1EF337}" presName="spaceRect" presStyleCnt="0"/>
      <dgm:spPr/>
    </dgm:pt>
    <dgm:pt modelId="{59B48670-28A3-4371-9AF2-C1AFC4BD46B5}" type="pres">
      <dgm:prSet presAssocID="{C4AE2DC4-3564-4A58-B899-24538D1EF337}" presName="textRect" presStyleLbl="revTx" presStyleIdx="2" presStyleCnt="6">
        <dgm:presLayoutVars>
          <dgm:chMax val="1"/>
          <dgm:chPref val="1"/>
        </dgm:presLayoutVars>
      </dgm:prSet>
      <dgm:spPr/>
    </dgm:pt>
    <dgm:pt modelId="{3D99D6ED-F2B4-4514-97B7-B4B21998B71D}" type="pres">
      <dgm:prSet presAssocID="{77AF6B85-1AEB-447A-A43D-07B747EF1E28}" presName="sibTrans" presStyleCnt="0"/>
      <dgm:spPr/>
    </dgm:pt>
    <dgm:pt modelId="{22BF59DA-389A-40C0-937B-F04F1AACE8DF}" type="pres">
      <dgm:prSet presAssocID="{4F378F61-5251-4304-BE93-A0ADC4C9A23C}" presName="compNode" presStyleCnt="0"/>
      <dgm:spPr/>
    </dgm:pt>
    <dgm:pt modelId="{69B9CFEA-85FE-4058-86CA-7FE151F4B1BB}" type="pres">
      <dgm:prSet presAssocID="{4F378F61-5251-4304-BE93-A0ADC4C9A23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za danych z wypełnieniem pełnym"/>
        </a:ext>
      </dgm:extLst>
    </dgm:pt>
    <dgm:pt modelId="{615A93EE-33B1-4EF7-A35F-77F41BFB6EF8}" type="pres">
      <dgm:prSet presAssocID="{4F378F61-5251-4304-BE93-A0ADC4C9A23C}" presName="spaceRect" presStyleCnt="0"/>
      <dgm:spPr/>
    </dgm:pt>
    <dgm:pt modelId="{606B5D1E-4130-4653-AB5F-C1B02D2F8A6E}" type="pres">
      <dgm:prSet presAssocID="{4F378F61-5251-4304-BE93-A0ADC4C9A23C}" presName="textRect" presStyleLbl="revTx" presStyleIdx="3" presStyleCnt="6">
        <dgm:presLayoutVars>
          <dgm:chMax val="1"/>
          <dgm:chPref val="1"/>
        </dgm:presLayoutVars>
      </dgm:prSet>
      <dgm:spPr/>
    </dgm:pt>
    <dgm:pt modelId="{20DF039C-B21F-4F60-9990-FBD919C6BF1D}" type="pres">
      <dgm:prSet presAssocID="{EBF185D0-AA48-4A13-BA23-3B3A5E44BD1F}" presName="sibTrans" presStyleCnt="0"/>
      <dgm:spPr/>
    </dgm:pt>
    <dgm:pt modelId="{DB2339F3-C7CD-42AC-BCCF-7F91027E39C7}" type="pres">
      <dgm:prSet presAssocID="{A860EC9F-C969-4C4C-8DED-A6C8B897859A}" presName="compNode" presStyleCnt="0"/>
      <dgm:spPr/>
    </dgm:pt>
    <dgm:pt modelId="{509A5051-A646-4157-BE42-91B4BA34C7C7}" type="pres">
      <dgm:prSet presAssocID="{A860EC9F-C969-4C4C-8DED-A6C8B897859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F98FBD8E-C649-4E7B-A6B3-F4F25BFD0DD8}" type="pres">
      <dgm:prSet presAssocID="{A860EC9F-C969-4C4C-8DED-A6C8B897859A}" presName="spaceRect" presStyleCnt="0"/>
      <dgm:spPr/>
    </dgm:pt>
    <dgm:pt modelId="{B8BBA1D0-B832-43BD-8A61-AD69F821FE4D}" type="pres">
      <dgm:prSet presAssocID="{A860EC9F-C969-4C4C-8DED-A6C8B897859A}" presName="textRect" presStyleLbl="revTx" presStyleIdx="4" presStyleCnt="6">
        <dgm:presLayoutVars>
          <dgm:chMax val="1"/>
          <dgm:chPref val="1"/>
        </dgm:presLayoutVars>
      </dgm:prSet>
      <dgm:spPr/>
    </dgm:pt>
    <dgm:pt modelId="{E88F7011-72E3-4102-88F7-7BC448D7F9DA}" type="pres">
      <dgm:prSet presAssocID="{FB8BEA45-CD38-449C-8314-7490974EFCB7}" presName="sibTrans" presStyleCnt="0"/>
      <dgm:spPr/>
    </dgm:pt>
    <dgm:pt modelId="{10731528-AAB1-43E1-8BF9-8E67268A4BC2}" type="pres">
      <dgm:prSet presAssocID="{1DCFBBD6-4C10-4C6B-BBF1-447691D77D5F}" presName="compNode" presStyleCnt="0"/>
      <dgm:spPr/>
    </dgm:pt>
    <dgm:pt modelId="{75534DC6-F667-4B86-9B9A-06665889B9ED}" type="pres">
      <dgm:prSet presAssocID="{1DCFBBD6-4C10-4C6B-BBF1-447691D77D5F}" presName="iconRect" presStyleLbl="node1" presStyleIdx="5" presStyleCnt="6" custLinFactNeighborX="1" custLinFactNeighborY="13119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chanie ręką z wypełnieniem pełnym"/>
        </a:ext>
      </dgm:extLst>
    </dgm:pt>
    <dgm:pt modelId="{E819453F-692B-4C0D-BC94-0C91809B9BFF}" type="pres">
      <dgm:prSet presAssocID="{1DCFBBD6-4C10-4C6B-BBF1-447691D77D5F}" presName="spaceRect" presStyleCnt="0"/>
      <dgm:spPr/>
    </dgm:pt>
    <dgm:pt modelId="{AE07C73E-3130-48C8-BBEC-D5B9681F6B4A}" type="pres">
      <dgm:prSet presAssocID="{1DCFBBD6-4C10-4C6B-BBF1-447691D77D5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F3A0A04-1FE3-4EB2-9C3F-7A0FAFA99679}" srcId="{8F63C253-08D6-46C7-BB95-5343CCA190D6}" destId="{4F378F61-5251-4304-BE93-A0ADC4C9A23C}" srcOrd="3" destOrd="0" parTransId="{34BB09EF-BB8B-4558-B072-15ABDAE29866}" sibTransId="{EBF185D0-AA48-4A13-BA23-3B3A5E44BD1F}"/>
    <dgm:cxn modelId="{67B7C50E-B7C4-44E1-B294-7B2F3EE536EE}" srcId="{8F63C253-08D6-46C7-BB95-5343CCA190D6}" destId="{C4AE2DC4-3564-4A58-B899-24538D1EF337}" srcOrd="2" destOrd="0" parTransId="{8D89617B-165B-4106-A9A9-96036A6AA329}" sibTransId="{77AF6B85-1AEB-447A-A43D-07B747EF1E28}"/>
    <dgm:cxn modelId="{6C35751B-447E-4DAE-9A82-5DCEE9C28763}" type="presOf" srcId="{E150E8D4-810E-4BD1-B84D-A3DD4371F849}" destId="{CFF02B53-D0D4-442F-A24F-FEE7805BDBF7}" srcOrd="0" destOrd="0" presId="urn:microsoft.com/office/officeart/2018/2/layout/IconLabelList"/>
    <dgm:cxn modelId="{3B83773D-95BA-48E4-96F4-FF426C22DED2}" srcId="{8F63C253-08D6-46C7-BB95-5343CCA190D6}" destId="{CA827730-322B-4A40-BC3B-76521620DCA5}" srcOrd="0" destOrd="0" parTransId="{68C7C126-4E38-42A4-9A15-7AB023B7EC7A}" sibTransId="{0D67AA9F-55C2-48B8-8324-38DD31D1569C}"/>
    <dgm:cxn modelId="{013A8E3E-BFFB-4FC2-B618-FF460E02D106}" type="presOf" srcId="{A860EC9F-C969-4C4C-8DED-A6C8B897859A}" destId="{B8BBA1D0-B832-43BD-8A61-AD69F821FE4D}" srcOrd="0" destOrd="0" presId="urn:microsoft.com/office/officeart/2018/2/layout/IconLabelList"/>
    <dgm:cxn modelId="{C3C8D14E-8195-4F54-969C-A96FAA588209}" srcId="{8F63C253-08D6-46C7-BB95-5343CCA190D6}" destId="{A860EC9F-C969-4C4C-8DED-A6C8B897859A}" srcOrd="4" destOrd="0" parTransId="{081BBD25-D9F8-4EE8-9079-0582AA0CCCC3}" sibTransId="{FB8BEA45-CD38-449C-8314-7490974EFCB7}"/>
    <dgm:cxn modelId="{DA357E72-299B-4ED1-9495-DA484085E862}" srcId="{8F63C253-08D6-46C7-BB95-5343CCA190D6}" destId="{E150E8D4-810E-4BD1-B84D-A3DD4371F849}" srcOrd="1" destOrd="0" parTransId="{A7CC34A3-E4B2-44F3-AFFF-DB23C28709A3}" sibTransId="{66DB3E8A-855E-45DA-95ED-0628875895C7}"/>
    <dgm:cxn modelId="{FCA37673-E744-4707-A1B4-DB5C23B6F7F6}" type="presOf" srcId="{CA827730-322B-4A40-BC3B-76521620DCA5}" destId="{B2EDEC53-8825-4A03-9103-C1909491020C}" srcOrd="0" destOrd="0" presId="urn:microsoft.com/office/officeart/2018/2/layout/IconLabelList"/>
    <dgm:cxn modelId="{5C3E2381-DDF9-4DF3-A9A4-ED575D491B68}" srcId="{8F63C253-08D6-46C7-BB95-5343CCA190D6}" destId="{1DCFBBD6-4C10-4C6B-BBF1-447691D77D5F}" srcOrd="5" destOrd="0" parTransId="{471320E9-E0F9-4E3F-87C1-D0ADE68B75A0}" sibTransId="{BEF309D9-BF7E-4E9A-8B0E-8D91FC604BAE}"/>
    <dgm:cxn modelId="{3830A581-B55D-490C-8CC0-EF483FDF99B8}" type="presOf" srcId="{8F63C253-08D6-46C7-BB95-5343CCA190D6}" destId="{92E7E0E6-D739-46DE-9D04-9041086841A6}" srcOrd="0" destOrd="0" presId="urn:microsoft.com/office/officeart/2018/2/layout/IconLabelList"/>
    <dgm:cxn modelId="{B9C3988A-8D8B-4468-B53D-5EC9034193E2}" type="presOf" srcId="{C4AE2DC4-3564-4A58-B899-24538D1EF337}" destId="{59B48670-28A3-4371-9AF2-C1AFC4BD46B5}" srcOrd="0" destOrd="0" presId="urn:microsoft.com/office/officeart/2018/2/layout/IconLabelList"/>
    <dgm:cxn modelId="{7E5572AD-3844-4B02-8059-9706B24DA6CF}" type="presOf" srcId="{1DCFBBD6-4C10-4C6B-BBF1-447691D77D5F}" destId="{AE07C73E-3130-48C8-BBEC-D5B9681F6B4A}" srcOrd="0" destOrd="0" presId="urn:microsoft.com/office/officeart/2018/2/layout/IconLabelList"/>
    <dgm:cxn modelId="{6C8809C2-2AD3-4419-AB23-B98CF83332BD}" type="presOf" srcId="{4F378F61-5251-4304-BE93-A0ADC4C9A23C}" destId="{606B5D1E-4130-4653-AB5F-C1B02D2F8A6E}" srcOrd="0" destOrd="0" presId="urn:microsoft.com/office/officeart/2018/2/layout/IconLabelList"/>
    <dgm:cxn modelId="{5803349A-287D-48B5-B984-3739CE1E3342}" type="presParOf" srcId="{92E7E0E6-D739-46DE-9D04-9041086841A6}" destId="{3C38D2FD-B58C-4288-A168-4A7DA8F2FC23}" srcOrd="0" destOrd="0" presId="urn:microsoft.com/office/officeart/2018/2/layout/IconLabelList"/>
    <dgm:cxn modelId="{A1F56F8E-6BD5-49CC-8B92-CC8CBEB46A87}" type="presParOf" srcId="{3C38D2FD-B58C-4288-A168-4A7DA8F2FC23}" destId="{7F40C7F5-5823-48D5-9FCD-BF715BA720DF}" srcOrd="0" destOrd="0" presId="urn:microsoft.com/office/officeart/2018/2/layout/IconLabelList"/>
    <dgm:cxn modelId="{5C6B55D6-0777-4FA2-B81E-20A9EBE9A2AE}" type="presParOf" srcId="{3C38D2FD-B58C-4288-A168-4A7DA8F2FC23}" destId="{F561FA33-0D79-4024-9897-92678FB914D6}" srcOrd="1" destOrd="0" presId="urn:microsoft.com/office/officeart/2018/2/layout/IconLabelList"/>
    <dgm:cxn modelId="{BF256BFD-D280-4D4D-9EFF-41BB14673E1C}" type="presParOf" srcId="{3C38D2FD-B58C-4288-A168-4A7DA8F2FC23}" destId="{B2EDEC53-8825-4A03-9103-C1909491020C}" srcOrd="2" destOrd="0" presId="urn:microsoft.com/office/officeart/2018/2/layout/IconLabelList"/>
    <dgm:cxn modelId="{629C14D8-7E59-44C4-BD29-D893C36FEE7A}" type="presParOf" srcId="{92E7E0E6-D739-46DE-9D04-9041086841A6}" destId="{68F299C7-6D73-4CCA-A7F0-3538AA66D5E6}" srcOrd="1" destOrd="0" presId="urn:microsoft.com/office/officeart/2018/2/layout/IconLabelList"/>
    <dgm:cxn modelId="{9C9C04EC-0961-4DB1-B05B-DCAF25854912}" type="presParOf" srcId="{92E7E0E6-D739-46DE-9D04-9041086841A6}" destId="{2EBEA0FB-242C-42BD-9D62-7E3FEFF1BFF4}" srcOrd="2" destOrd="0" presId="urn:microsoft.com/office/officeart/2018/2/layout/IconLabelList"/>
    <dgm:cxn modelId="{6DDD21A4-8328-4A01-813F-1483F8F829D3}" type="presParOf" srcId="{2EBEA0FB-242C-42BD-9D62-7E3FEFF1BFF4}" destId="{EED73A6E-6445-4E69-8BE6-13D6FE64036F}" srcOrd="0" destOrd="0" presId="urn:microsoft.com/office/officeart/2018/2/layout/IconLabelList"/>
    <dgm:cxn modelId="{6A99BD72-E6A5-4865-A73F-A63CA14F04F4}" type="presParOf" srcId="{2EBEA0FB-242C-42BD-9D62-7E3FEFF1BFF4}" destId="{AC5B110E-AFD1-48D3-9A6E-5F7E8EA86728}" srcOrd="1" destOrd="0" presId="urn:microsoft.com/office/officeart/2018/2/layout/IconLabelList"/>
    <dgm:cxn modelId="{A99322B7-D854-46F7-BDDB-D44EB620EBED}" type="presParOf" srcId="{2EBEA0FB-242C-42BD-9D62-7E3FEFF1BFF4}" destId="{CFF02B53-D0D4-442F-A24F-FEE7805BDBF7}" srcOrd="2" destOrd="0" presId="urn:microsoft.com/office/officeart/2018/2/layout/IconLabelList"/>
    <dgm:cxn modelId="{A61FB5E3-28F1-43FD-9024-7C87709DE63A}" type="presParOf" srcId="{92E7E0E6-D739-46DE-9D04-9041086841A6}" destId="{43CB6F0B-9CE2-4451-BB2C-7560E3E0BE52}" srcOrd="3" destOrd="0" presId="urn:microsoft.com/office/officeart/2018/2/layout/IconLabelList"/>
    <dgm:cxn modelId="{292D6506-6895-4302-8423-190CAFD26BEF}" type="presParOf" srcId="{92E7E0E6-D739-46DE-9D04-9041086841A6}" destId="{00994935-E32A-4E64-A0B2-76F6CB2C5947}" srcOrd="4" destOrd="0" presId="urn:microsoft.com/office/officeart/2018/2/layout/IconLabelList"/>
    <dgm:cxn modelId="{00EF0E57-6E3E-4B82-A6AE-C53C8BADBDA8}" type="presParOf" srcId="{00994935-E32A-4E64-A0B2-76F6CB2C5947}" destId="{8EC7F7AA-8F5A-4950-B0C6-45EED01196C6}" srcOrd="0" destOrd="0" presId="urn:microsoft.com/office/officeart/2018/2/layout/IconLabelList"/>
    <dgm:cxn modelId="{FD478E7A-29DC-4BE9-B06C-410FD1276EF0}" type="presParOf" srcId="{00994935-E32A-4E64-A0B2-76F6CB2C5947}" destId="{41E3629B-9A42-47A4-B4A8-D880BB68B20C}" srcOrd="1" destOrd="0" presId="urn:microsoft.com/office/officeart/2018/2/layout/IconLabelList"/>
    <dgm:cxn modelId="{D602D176-E6C2-4513-B41F-28EB690EA80D}" type="presParOf" srcId="{00994935-E32A-4E64-A0B2-76F6CB2C5947}" destId="{59B48670-28A3-4371-9AF2-C1AFC4BD46B5}" srcOrd="2" destOrd="0" presId="urn:microsoft.com/office/officeart/2018/2/layout/IconLabelList"/>
    <dgm:cxn modelId="{02D0A997-7487-4A8E-B195-DDBDAA79DBC6}" type="presParOf" srcId="{92E7E0E6-D739-46DE-9D04-9041086841A6}" destId="{3D99D6ED-F2B4-4514-97B7-B4B21998B71D}" srcOrd="5" destOrd="0" presId="urn:microsoft.com/office/officeart/2018/2/layout/IconLabelList"/>
    <dgm:cxn modelId="{C3B5669C-6425-4170-A875-20FD2EBDCF4D}" type="presParOf" srcId="{92E7E0E6-D739-46DE-9D04-9041086841A6}" destId="{22BF59DA-389A-40C0-937B-F04F1AACE8DF}" srcOrd="6" destOrd="0" presId="urn:microsoft.com/office/officeart/2018/2/layout/IconLabelList"/>
    <dgm:cxn modelId="{FD2F9F6F-2D67-4535-8EF4-C8C633EC4F3A}" type="presParOf" srcId="{22BF59DA-389A-40C0-937B-F04F1AACE8DF}" destId="{69B9CFEA-85FE-4058-86CA-7FE151F4B1BB}" srcOrd="0" destOrd="0" presId="urn:microsoft.com/office/officeart/2018/2/layout/IconLabelList"/>
    <dgm:cxn modelId="{2D545EB8-AF03-4C60-ACF9-AFFAD14C2C65}" type="presParOf" srcId="{22BF59DA-389A-40C0-937B-F04F1AACE8DF}" destId="{615A93EE-33B1-4EF7-A35F-77F41BFB6EF8}" srcOrd="1" destOrd="0" presId="urn:microsoft.com/office/officeart/2018/2/layout/IconLabelList"/>
    <dgm:cxn modelId="{054F5C2B-E64A-4D2D-9C42-1A176D19C3C1}" type="presParOf" srcId="{22BF59DA-389A-40C0-937B-F04F1AACE8DF}" destId="{606B5D1E-4130-4653-AB5F-C1B02D2F8A6E}" srcOrd="2" destOrd="0" presId="urn:microsoft.com/office/officeart/2018/2/layout/IconLabelList"/>
    <dgm:cxn modelId="{32EBF8E9-A316-442B-A42B-D3F9C330BE7A}" type="presParOf" srcId="{92E7E0E6-D739-46DE-9D04-9041086841A6}" destId="{20DF039C-B21F-4F60-9990-FBD919C6BF1D}" srcOrd="7" destOrd="0" presId="urn:microsoft.com/office/officeart/2018/2/layout/IconLabelList"/>
    <dgm:cxn modelId="{F6DFFF61-0B41-462B-8E2F-FF0635366848}" type="presParOf" srcId="{92E7E0E6-D739-46DE-9D04-9041086841A6}" destId="{DB2339F3-C7CD-42AC-BCCF-7F91027E39C7}" srcOrd="8" destOrd="0" presId="urn:microsoft.com/office/officeart/2018/2/layout/IconLabelList"/>
    <dgm:cxn modelId="{27BAD57A-E270-4FB9-88CA-FB7D786C6CAE}" type="presParOf" srcId="{DB2339F3-C7CD-42AC-BCCF-7F91027E39C7}" destId="{509A5051-A646-4157-BE42-91B4BA34C7C7}" srcOrd="0" destOrd="0" presId="urn:microsoft.com/office/officeart/2018/2/layout/IconLabelList"/>
    <dgm:cxn modelId="{88EB08DC-B5F9-4D48-AB97-3324EB59539E}" type="presParOf" srcId="{DB2339F3-C7CD-42AC-BCCF-7F91027E39C7}" destId="{F98FBD8E-C649-4E7B-A6B3-F4F25BFD0DD8}" srcOrd="1" destOrd="0" presId="urn:microsoft.com/office/officeart/2018/2/layout/IconLabelList"/>
    <dgm:cxn modelId="{5EBACD1C-780C-4CE5-972D-FB68976D0625}" type="presParOf" srcId="{DB2339F3-C7CD-42AC-BCCF-7F91027E39C7}" destId="{B8BBA1D0-B832-43BD-8A61-AD69F821FE4D}" srcOrd="2" destOrd="0" presId="urn:microsoft.com/office/officeart/2018/2/layout/IconLabelList"/>
    <dgm:cxn modelId="{603B4D0A-0D73-434E-8726-AD1A4D6217A9}" type="presParOf" srcId="{92E7E0E6-D739-46DE-9D04-9041086841A6}" destId="{E88F7011-72E3-4102-88F7-7BC448D7F9DA}" srcOrd="9" destOrd="0" presId="urn:microsoft.com/office/officeart/2018/2/layout/IconLabelList"/>
    <dgm:cxn modelId="{F2EB360A-0907-404C-9C7C-AB935379F60B}" type="presParOf" srcId="{92E7E0E6-D739-46DE-9D04-9041086841A6}" destId="{10731528-AAB1-43E1-8BF9-8E67268A4BC2}" srcOrd="10" destOrd="0" presId="urn:microsoft.com/office/officeart/2018/2/layout/IconLabelList"/>
    <dgm:cxn modelId="{8866DE1F-40CB-4394-8FE6-80E181A230A5}" type="presParOf" srcId="{10731528-AAB1-43E1-8BF9-8E67268A4BC2}" destId="{75534DC6-F667-4B86-9B9A-06665889B9ED}" srcOrd="0" destOrd="0" presId="urn:microsoft.com/office/officeart/2018/2/layout/IconLabelList"/>
    <dgm:cxn modelId="{80A306E6-AD44-4A5C-9328-04357A405B60}" type="presParOf" srcId="{10731528-AAB1-43E1-8BF9-8E67268A4BC2}" destId="{E819453F-692B-4C0D-BC94-0C91809B9BFF}" srcOrd="1" destOrd="0" presId="urn:microsoft.com/office/officeart/2018/2/layout/IconLabelList"/>
    <dgm:cxn modelId="{B75DA459-121A-418A-875C-AF24F9DE96DA}" type="presParOf" srcId="{10731528-AAB1-43E1-8BF9-8E67268A4BC2}" destId="{AE07C73E-3130-48C8-BBEC-D5B9681F6B4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2F0A97-D62E-42D0-BEF4-7F93D3E9D5E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1A1E7D2-B9D0-49DF-AEA2-53E0B2E89F1F}">
      <dgm:prSet/>
      <dgm:spPr/>
      <dgm:t>
        <a:bodyPr/>
        <a:lstStyle/>
        <a:p>
          <a:pPr>
            <a:defRPr cap="all"/>
          </a:pPr>
          <a:r>
            <a:rPr lang="pl-PL"/>
            <a:t>Umożliwienie użytkownikowi zagranie w Binary Game</a:t>
          </a:r>
          <a:endParaRPr lang="en-US"/>
        </a:p>
      </dgm:t>
    </dgm:pt>
    <dgm:pt modelId="{494726AF-6A4F-4DCA-B727-0ABA32EDF4BA}" type="parTrans" cxnId="{B873CEF5-5696-4EAF-892B-AA0D5187CD81}">
      <dgm:prSet/>
      <dgm:spPr/>
      <dgm:t>
        <a:bodyPr/>
        <a:lstStyle/>
        <a:p>
          <a:endParaRPr lang="en-US"/>
        </a:p>
      </dgm:t>
    </dgm:pt>
    <dgm:pt modelId="{38C09818-0CF4-4037-A520-594A566E5150}" type="sibTrans" cxnId="{B873CEF5-5696-4EAF-892B-AA0D5187CD81}">
      <dgm:prSet/>
      <dgm:spPr/>
      <dgm:t>
        <a:bodyPr/>
        <a:lstStyle/>
        <a:p>
          <a:endParaRPr lang="en-US"/>
        </a:p>
      </dgm:t>
    </dgm:pt>
    <dgm:pt modelId="{53C92EC5-5752-4206-A9BD-64313F64D587}">
      <dgm:prSet/>
      <dgm:spPr/>
      <dgm:t>
        <a:bodyPr/>
        <a:lstStyle/>
        <a:p>
          <a:pPr>
            <a:defRPr cap="all"/>
          </a:pPr>
          <a:r>
            <a:rPr lang="pl-PL"/>
            <a:t>Możliwość zalogowania i rywalizowania z innymi w globalnym rankingu</a:t>
          </a:r>
          <a:endParaRPr lang="en-US"/>
        </a:p>
      </dgm:t>
    </dgm:pt>
    <dgm:pt modelId="{71BD649C-9048-4DB9-926A-C8987A40DBFD}" type="parTrans" cxnId="{85972DC1-51B4-4CF7-9EDD-71F951D21002}">
      <dgm:prSet/>
      <dgm:spPr/>
      <dgm:t>
        <a:bodyPr/>
        <a:lstStyle/>
        <a:p>
          <a:endParaRPr lang="en-US"/>
        </a:p>
      </dgm:t>
    </dgm:pt>
    <dgm:pt modelId="{9BEA92E1-39A4-41B7-8C58-A66C0B35B469}" type="sibTrans" cxnId="{85972DC1-51B4-4CF7-9EDD-71F951D21002}">
      <dgm:prSet/>
      <dgm:spPr/>
      <dgm:t>
        <a:bodyPr/>
        <a:lstStyle/>
        <a:p>
          <a:endParaRPr lang="en-US"/>
        </a:p>
      </dgm:t>
    </dgm:pt>
    <dgm:pt modelId="{1D57E7EE-3F9C-4BD4-BA37-057B0AA2AA87}">
      <dgm:prSet/>
      <dgm:spPr/>
      <dgm:t>
        <a:bodyPr/>
        <a:lstStyle/>
        <a:p>
          <a:pPr>
            <a:defRPr cap="all"/>
          </a:pPr>
          <a:r>
            <a:rPr lang="pl-PL"/>
            <a:t>Podpowiedzi AI podczas rozgrywki</a:t>
          </a:r>
          <a:endParaRPr lang="en-US"/>
        </a:p>
      </dgm:t>
    </dgm:pt>
    <dgm:pt modelId="{2DEB6D47-0073-4ACC-B18B-3131002C6E5E}" type="parTrans" cxnId="{E6EAB77E-FB5A-42C2-9063-3145960596D2}">
      <dgm:prSet/>
      <dgm:spPr/>
      <dgm:t>
        <a:bodyPr/>
        <a:lstStyle/>
        <a:p>
          <a:endParaRPr lang="en-US"/>
        </a:p>
      </dgm:t>
    </dgm:pt>
    <dgm:pt modelId="{C92144C7-6EA3-46CE-91AE-0B0933FB3F41}" type="sibTrans" cxnId="{E6EAB77E-FB5A-42C2-9063-3145960596D2}">
      <dgm:prSet/>
      <dgm:spPr/>
      <dgm:t>
        <a:bodyPr/>
        <a:lstStyle/>
        <a:p>
          <a:endParaRPr lang="en-US"/>
        </a:p>
      </dgm:t>
    </dgm:pt>
    <dgm:pt modelId="{86B1E40E-E5B0-49C0-99AC-DD2877DC7DB5}">
      <dgm:prSet/>
      <dgm:spPr/>
      <dgm:t>
        <a:bodyPr/>
        <a:lstStyle/>
        <a:p>
          <a:pPr>
            <a:defRPr cap="all"/>
          </a:pPr>
          <a:r>
            <a:rPr lang="pl-PL"/>
            <a:t>Aktywności takie jak Daily, Custom Game, Story Mode</a:t>
          </a:r>
          <a:endParaRPr lang="en-US"/>
        </a:p>
      </dgm:t>
    </dgm:pt>
    <dgm:pt modelId="{F22B18FA-960C-4464-B76E-704ED01F6CF7}" type="parTrans" cxnId="{7ACEE714-9DBB-4AD1-B84C-0979C5F0BFAC}">
      <dgm:prSet/>
      <dgm:spPr/>
      <dgm:t>
        <a:bodyPr/>
        <a:lstStyle/>
        <a:p>
          <a:endParaRPr lang="en-US"/>
        </a:p>
      </dgm:t>
    </dgm:pt>
    <dgm:pt modelId="{38115F28-B00D-4A8E-A2A1-36F356CD1D6E}" type="sibTrans" cxnId="{7ACEE714-9DBB-4AD1-B84C-0979C5F0BFAC}">
      <dgm:prSet/>
      <dgm:spPr/>
      <dgm:t>
        <a:bodyPr/>
        <a:lstStyle/>
        <a:p>
          <a:endParaRPr lang="en-US"/>
        </a:p>
      </dgm:t>
    </dgm:pt>
    <dgm:pt modelId="{AA913D8F-5A6B-4747-87A0-C0F102BCA8FD}" type="pres">
      <dgm:prSet presAssocID="{372F0A97-D62E-42D0-BEF4-7F93D3E9D5E3}" presName="root" presStyleCnt="0">
        <dgm:presLayoutVars>
          <dgm:dir/>
          <dgm:resizeHandles val="exact"/>
        </dgm:presLayoutVars>
      </dgm:prSet>
      <dgm:spPr/>
    </dgm:pt>
    <dgm:pt modelId="{342F052D-FF2F-40A2-BDB5-103CDBBA3907}" type="pres">
      <dgm:prSet presAssocID="{B1A1E7D2-B9D0-49DF-AEA2-53E0B2E89F1F}" presName="compNode" presStyleCnt="0"/>
      <dgm:spPr/>
    </dgm:pt>
    <dgm:pt modelId="{B0963B11-F3CD-4E23-A673-4B3F7A2C158D}" type="pres">
      <dgm:prSet presAssocID="{B1A1E7D2-B9D0-49DF-AEA2-53E0B2E89F1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1F00B38-3521-4586-B275-33595B0ED41D}" type="pres">
      <dgm:prSet presAssocID="{B1A1E7D2-B9D0-49DF-AEA2-53E0B2E89F1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BC202265-8ED5-4DEF-AADD-E59B4F311F09}" type="pres">
      <dgm:prSet presAssocID="{B1A1E7D2-B9D0-49DF-AEA2-53E0B2E89F1F}" presName="spaceRect" presStyleCnt="0"/>
      <dgm:spPr/>
    </dgm:pt>
    <dgm:pt modelId="{19F1CA6D-E862-41CE-887F-B3B7FA4E97FA}" type="pres">
      <dgm:prSet presAssocID="{B1A1E7D2-B9D0-49DF-AEA2-53E0B2E89F1F}" presName="textRect" presStyleLbl="revTx" presStyleIdx="0" presStyleCnt="4">
        <dgm:presLayoutVars>
          <dgm:chMax val="1"/>
          <dgm:chPref val="1"/>
        </dgm:presLayoutVars>
      </dgm:prSet>
      <dgm:spPr/>
    </dgm:pt>
    <dgm:pt modelId="{4A01D2AD-F17D-4E23-975E-8D3EAF095D7A}" type="pres">
      <dgm:prSet presAssocID="{38C09818-0CF4-4037-A520-594A566E5150}" presName="sibTrans" presStyleCnt="0"/>
      <dgm:spPr/>
    </dgm:pt>
    <dgm:pt modelId="{BFDE31EE-7D9C-4C37-98CC-51920535AF39}" type="pres">
      <dgm:prSet presAssocID="{53C92EC5-5752-4206-A9BD-64313F64D587}" presName="compNode" presStyleCnt="0"/>
      <dgm:spPr/>
    </dgm:pt>
    <dgm:pt modelId="{527A5C31-922F-4A2D-A031-A0F27BF1AD68}" type="pres">
      <dgm:prSet presAssocID="{53C92EC5-5752-4206-A9BD-64313F64D58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77D0693-B445-4BE1-BEBF-9959B45A9B30}" type="pres">
      <dgm:prSet presAssocID="{53C92EC5-5752-4206-A9BD-64313F64D58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38CE730-873A-43B4-BFB3-AAB7BFFE8C7F}" type="pres">
      <dgm:prSet presAssocID="{53C92EC5-5752-4206-A9BD-64313F64D587}" presName="spaceRect" presStyleCnt="0"/>
      <dgm:spPr/>
    </dgm:pt>
    <dgm:pt modelId="{0FC96F83-1242-408B-A6B8-F551D0BB4C6B}" type="pres">
      <dgm:prSet presAssocID="{53C92EC5-5752-4206-A9BD-64313F64D587}" presName="textRect" presStyleLbl="revTx" presStyleIdx="1" presStyleCnt="4">
        <dgm:presLayoutVars>
          <dgm:chMax val="1"/>
          <dgm:chPref val="1"/>
        </dgm:presLayoutVars>
      </dgm:prSet>
      <dgm:spPr/>
    </dgm:pt>
    <dgm:pt modelId="{3A67D2F7-2AF0-4CFF-A4D9-2B973DC60800}" type="pres">
      <dgm:prSet presAssocID="{9BEA92E1-39A4-41B7-8C58-A66C0B35B469}" presName="sibTrans" presStyleCnt="0"/>
      <dgm:spPr/>
    </dgm:pt>
    <dgm:pt modelId="{41A610AD-F95B-4D24-BA50-42303C5D8DF8}" type="pres">
      <dgm:prSet presAssocID="{1D57E7EE-3F9C-4BD4-BA37-057B0AA2AA87}" presName="compNode" presStyleCnt="0"/>
      <dgm:spPr/>
    </dgm:pt>
    <dgm:pt modelId="{E515493F-DEEA-4B1C-8640-092CDFA35048}" type="pres">
      <dgm:prSet presAssocID="{1D57E7EE-3F9C-4BD4-BA37-057B0AA2AA8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F6DC1ED-432F-471A-8EA6-460D520E18BC}" type="pres">
      <dgm:prSet presAssocID="{1D57E7EE-3F9C-4BD4-BA37-057B0AA2AA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tania kontur"/>
        </a:ext>
      </dgm:extLst>
    </dgm:pt>
    <dgm:pt modelId="{AFFBF300-FF2F-439B-83BF-4603139043CF}" type="pres">
      <dgm:prSet presAssocID="{1D57E7EE-3F9C-4BD4-BA37-057B0AA2AA87}" presName="spaceRect" presStyleCnt="0"/>
      <dgm:spPr/>
    </dgm:pt>
    <dgm:pt modelId="{B0C3A80A-B67C-490B-A684-6E00D68B5E0E}" type="pres">
      <dgm:prSet presAssocID="{1D57E7EE-3F9C-4BD4-BA37-057B0AA2AA87}" presName="textRect" presStyleLbl="revTx" presStyleIdx="2" presStyleCnt="4">
        <dgm:presLayoutVars>
          <dgm:chMax val="1"/>
          <dgm:chPref val="1"/>
        </dgm:presLayoutVars>
      </dgm:prSet>
      <dgm:spPr/>
    </dgm:pt>
    <dgm:pt modelId="{2139413F-72D0-44A2-93C6-46BB1FADA70E}" type="pres">
      <dgm:prSet presAssocID="{C92144C7-6EA3-46CE-91AE-0B0933FB3F41}" presName="sibTrans" presStyleCnt="0"/>
      <dgm:spPr/>
    </dgm:pt>
    <dgm:pt modelId="{772D874F-9C06-48C7-A53F-11D0D545110C}" type="pres">
      <dgm:prSet presAssocID="{86B1E40E-E5B0-49C0-99AC-DD2877DC7DB5}" presName="compNode" presStyleCnt="0"/>
      <dgm:spPr/>
    </dgm:pt>
    <dgm:pt modelId="{7ECB4995-9595-4A08-A431-1EA25D6B7591}" type="pres">
      <dgm:prSet presAssocID="{86B1E40E-E5B0-49C0-99AC-DD2877DC7DB5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33E8D0F-6DE8-44CF-8955-03FF30E45F81}" type="pres">
      <dgm:prSet presAssocID="{86B1E40E-E5B0-49C0-99AC-DD2877DC7DB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436CBD34-9697-44C2-A669-5065BDE450BA}" type="pres">
      <dgm:prSet presAssocID="{86B1E40E-E5B0-49C0-99AC-DD2877DC7DB5}" presName="spaceRect" presStyleCnt="0"/>
      <dgm:spPr/>
    </dgm:pt>
    <dgm:pt modelId="{06F292DD-DEC2-4A19-B956-8F0477CBDB20}" type="pres">
      <dgm:prSet presAssocID="{86B1E40E-E5B0-49C0-99AC-DD2877DC7DB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ACEE714-9DBB-4AD1-B84C-0979C5F0BFAC}" srcId="{372F0A97-D62E-42D0-BEF4-7F93D3E9D5E3}" destId="{86B1E40E-E5B0-49C0-99AC-DD2877DC7DB5}" srcOrd="3" destOrd="0" parTransId="{F22B18FA-960C-4464-B76E-704ED01F6CF7}" sibTransId="{38115F28-B00D-4A8E-A2A1-36F356CD1D6E}"/>
    <dgm:cxn modelId="{39206A1B-2C69-4301-AE4C-70D16290AF01}" type="presOf" srcId="{B1A1E7D2-B9D0-49DF-AEA2-53E0B2E89F1F}" destId="{19F1CA6D-E862-41CE-887F-B3B7FA4E97FA}" srcOrd="0" destOrd="0" presId="urn:microsoft.com/office/officeart/2018/5/layout/IconLeafLabelList"/>
    <dgm:cxn modelId="{E6EAB77E-FB5A-42C2-9063-3145960596D2}" srcId="{372F0A97-D62E-42D0-BEF4-7F93D3E9D5E3}" destId="{1D57E7EE-3F9C-4BD4-BA37-057B0AA2AA87}" srcOrd="2" destOrd="0" parTransId="{2DEB6D47-0073-4ACC-B18B-3131002C6E5E}" sibTransId="{C92144C7-6EA3-46CE-91AE-0B0933FB3F41}"/>
    <dgm:cxn modelId="{85972DC1-51B4-4CF7-9EDD-71F951D21002}" srcId="{372F0A97-D62E-42D0-BEF4-7F93D3E9D5E3}" destId="{53C92EC5-5752-4206-A9BD-64313F64D587}" srcOrd="1" destOrd="0" parTransId="{71BD649C-9048-4DB9-926A-C8987A40DBFD}" sibTransId="{9BEA92E1-39A4-41B7-8C58-A66C0B35B469}"/>
    <dgm:cxn modelId="{B6E859CC-9758-4611-8186-0C664BC7E4A5}" type="presOf" srcId="{1D57E7EE-3F9C-4BD4-BA37-057B0AA2AA87}" destId="{B0C3A80A-B67C-490B-A684-6E00D68B5E0E}" srcOrd="0" destOrd="0" presId="urn:microsoft.com/office/officeart/2018/5/layout/IconLeafLabelList"/>
    <dgm:cxn modelId="{23AE55DC-EBA6-4BB5-8D26-B6A823603835}" type="presOf" srcId="{53C92EC5-5752-4206-A9BD-64313F64D587}" destId="{0FC96F83-1242-408B-A6B8-F551D0BB4C6B}" srcOrd="0" destOrd="0" presId="urn:microsoft.com/office/officeart/2018/5/layout/IconLeafLabelList"/>
    <dgm:cxn modelId="{91C04CE5-B02D-4D64-8BD4-08F57E2DABC5}" type="presOf" srcId="{86B1E40E-E5B0-49C0-99AC-DD2877DC7DB5}" destId="{06F292DD-DEC2-4A19-B956-8F0477CBDB20}" srcOrd="0" destOrd="0" presId="urn:microsoft.com/office/officeart/2018/5/layout/IconLeafLabelList"/>
    <dgm:cxn modelId="{274FF2EF-7A4F-438B-862C-D2D7DDA8CC18}" type="presOf" srcId="{372F0A97-D62E-42D0-BEF4-7F93D3E9D5E3}" destId="{AA913D8F-5A6B-4747-87A0-C0F102BCA8FD}" srcOrd="0" destOrd="0" presId="urn:microsoft.com/office/officeart/2018/5/layout/IconLeafLabelList"/>
    <dgm:cxn modelId="{B873CEF5-5696-4EAF-892B-AA0D5187CD81}" srcId="{372F0A97-D62E-42D0-BEF4-7F93D3E9D5E3}" destId="{B1A1E7D2-B9D0-49DF-AEA2-53E0B2E89F1F}" srcOrd="0" destOrd="0" parTransId="{494726AF-6A4F-4DCA-B727-0ABA32EDF4BA}" sibTransId="{38C09818-0CF4-4037-A520-594A566E5150}"/>
    <dgm:cxn modelId="{63634A61-8F7C-47CD-829F-524CB5495428}" type="presParOf" srcId="{AA913D8F-5A6B-4747-87A0-C0F102BCA8FD}" destId="{342F052D-FF2F-40A2-BDB5-103CDBBA3907}" srcOrd="0" destOrd="0" presId="urn:microsoft.com/office/officeart/2018/5/layout/IconLeafLabelList"/>
    <dgm:cxn modelId="{797354B0-8274-40D7-8C29-44020DF72FEF}" type="presParOf" srcId="{342F052D-FF2F-40A2-BDB5-103CDBBA3907}" destId="{B0963B11-F3CD-4E23-A673-4B3F7A2C158D}" srcOrd="0" destOrd="0" presId="urn:microsoft.com/office/officeart/2018/5/layout/IconLeafLabelList"/>
    <dgm:cxn modelId="{969BA832-A294-4105-A127-5CD0B123409F}" type="presParOf" srcId="{342F052D-FF2F-40A2-BDB5-103CDBBA3907}" destId="{71F00B38-3521-4586-B275-33595B0ED41D}" srcOrd="1" destOrd="0" presId="urn:microsoft.com/office/officeart/2018/5/layout/IconLeafLabelList"/>
    <dgm:cxn modelId="{850D3D02-8A3D-40C7-8194-F41023E4F66E}" type="presParOf" srcId="{342F052D-FF2F-40A2-BDB5-103CDBBA3907}" destId="{BC202265-8ED5-4DEF-AADD-E59B4F311F09}" srcOrd="2" destOrd="0" presId="urn:microsoft.com/office/officeart/2018/5/layout/IconLeafLabelList"/>
    <dgm:cxn modelId="{809AC2E7-DFF7-4298-BF24-669DF6F6DDA5}" type="presParOf" srcId="{342F052D-FF2F-40A2-BDB5-103CDBBA3907}" destId="{19F1CA6D-E862-41CE-887F-B3B7FA4E97FA}" srcOrd="3" destOrd="0" presId="urn:microsoft.com/office/officeart/2018/5/layout/IconLeafLabelList"/>
    <dgm:cxn modelId="{A96131E6-D8FD-47E3-AE54-9FD00E838CE2}" type="presParOf" srcId="{AA913D8F-5A6B-4747-87A0-C0F102BCA8FD}" destId="{4A01D2AD-F17D-4E23-975E-8D3EAF095D7A}" srcOrd="1" destOrd="0" presId="urn:microsoft.com/office/officeart/2018/5/layout/IconLeafLabelList"/>
    <dgm:cxn modelId="{2F2B10B4-F1E8-4607-A783-9F58F79ED85B}" type="presParOf" srcId="{AA913D8F-5A6B-4747-87A0-C0F102BCA8FD}" destId="{BFDE31EE-7D9C-4C37-98CC-51920535AF39}" srcOrd="2" destOrd="0" presId="urn:microsoft.com/office/officeart/2018/5/layout/IconLeafLabelList"/>
    <dgm:cxn modelId="{0C9D0DC3-7D33-42A7-9BDA-CD5001132B23}" type="presParOf" srcId="{BFDE31EE-7D9C-4C37-98CC-51920535AF39}" destId="{527A5C31-922F-4A2D-A031-A0F27BF1AD68}" srcOrd="0" destOrd="0" presId="urn:microsoft.com/office/officeart/2018/5/layout/IconLeafLabelList"/>
    <dgm:cxn modelId="{A6128641-B26A-4429-8257-263FFFA68989}" type="presParOf" srcId="{BFDE31EE-7D9C-4C37-98CC-51920535AF39}" destId="{D77D0693-B445-4BE1-BEBF-9959B45A9B30}" srcOrd="1" destOrd="0" presId="urn:microsoft.com/office/officeart/2018/5/layout/IconLeafLabelList"/>
    <dgm:cxn modelId="{1C4E204A-BAF5-47C4-8B30-AC0FECC6BE2D}" type="presParOf" srcId="{BFDE31EE-7D9C-4C37-98CC-51920535AF39}" destId="{638CE730-873A-43B4-BFB3-AAB7BFFE8C7F}" srcOrd="2" destOrd="0" presId="urn:microsoft.com/office/officeart/2018/5/layout/IconLeafLabelList"/>
    <dgm:cxn modelId="{2674E606-4459-4529-B560-95D1D4730B8D}" type="presParOf" srcId="{BFDE31EE-7D9C-4C37-98CC-51920535AF39}" destId="{0FC96F83-1242-408B-A6B8-F551D0BB4C6B}" srcOrd="3" destOrd="0" presId="urn:microsoft.com/office/officeart/2018/5/layout/IconLeafLabelList"/>
    <dgm:cxn modelId="{AA08D491-150E-47DD-A8F2-EA30D4C64791}" type="presParOf" srcId="{AA913D8F-5A6B-4747-87A0-C0F102BCA8FD}" destId="{3A67D2F7-2AF0-4CFF-A4D9-2B973DC60800}" srcOrd="3" destOrd="0" presId="urn:microsoft.com/office/officeart/2018/5/layout/IconLeafLabelList"/>
    <dgm:cxn modelId="{9309DDB9-F337-4C76-AE7C-AA12A3CB0192}" type="presParOf" srcId="{AA913D8F-5A6B-4747-87A0-C0F102BCA8FD}" destId="{41A610AD-F95B-4D24-BA50-42303C5D8DF8}" srcOrd="4" destOrd="0" presId="urn:microsoft.com/office/officeart/2018/5/layout/IconLeafLabelList"/>
    <dgm:cxn modelId="{A0A09DA2-AEF8-4DFF-8B5C-5FF7CD104A13}" type="presParOf" srcId="{41A610AD-F95B-4D24-BA50-42303C5D8DF8}" destId="{E515493F-DEEA-4B1C-8640-092CDFA35048}" srcOrd="0" destOrd="0" presId="urn:microsoft.com/office/officeart/2018/5/layout/IconLeafLabelList"/>
    <dgm:cxn modelId="{EC340432-B587-46BF-9270-876A94A153DB}" type="presParOf" srcId="{41A610AD-F95B-4D24-BA50-42303C5D8DF8}" destId="{2F6DC1ED-432F-471A-8EA6-460D520E18BC}" srcOrd="1" destOrd="0" presId="urn:microsoft.com/office/officeart/2018/5/layout/IconLeafLabelList"/>
    <dgm:cxn modelId="{86F9872C-362C-4E23-9ED0-FF211F55E4D7}" type="presParOf" srcId="{41A610AD-F95B-4D24-BA50-42303C5D8DF8}" destId="{AFFBF300-FF2F-439B-83BF-4603139043CF}" srcOrd="2" destOrd="0" presId="urn:microsoft.com/office/officeart/2018/5/layout/IconLeafLabelList"/>
    <dgm:cxn modelId="{9B6B9FEA-FCD8-41D4-9449-6FF36CBA4D1C}" type="presParOf" srcId="{41A610AD-F95B-4D24-BA50-42303C5D8DF8}" destId="{B0C3A80A-B67C-490B-A684-6E00D68B5E0E}" srcOrd="3" destOrd="0" presId="urn:microsoft.com/office/officeart/2018/5/layout/IconLeafLabelList"/>
    <dgm:cxn modelId="{A7DB6A40-65CC-4A26-BA5D-90A4030FB21F}" type="presParOf" srcId="{AA913D8F-5A6B-4747-87A0-C0F102BCA8FD}" destId="{2139413F-72D0-44A2-93C6-46BB1FADA70E}" srcOrd="5" destOrd="0" presId="urn:microsoft.com/office/officeart/2018/5/layout/IconLeafLabelList"/>
    <dgm:cxn modelId="{724B6CA8-559F-496D-9553-508810B1AF1A}" type="presParOf" srcId="{AA913D8F-5A6B-4747-87A0-C0F102BCA8FD}" destId="{772D874F-9C06-48C7-A53F-11D0D545110C}" srcOrd="6" destOrd="0" presId="urn:microsoft.com/office/officeart/2018/5/layout/IconLeafLabelList"/>
    <dgm:cxn modelId="{7C8BCED9-A124-4A2E-89A7-9618C2AFECE8}" type="presParOf" srcId="{772D874F-9C06-48C7-A53F-11D0D545110C}" destId="{7ECB4995-9595-4A08-A431-1EA25D6B7591}" srcOrd="0" destOrd="0" presId="urn:microsoft.com/office/officeart/2018/5/layout/IconLeafLabelList"/>
    <dgm:cxn modelId="{DE0EF384-9DEE-4DFA-8B10-2F49CCF6BBA5}" type="presParOf" srcId="{772D874F-9C06-48C7-A53F-11D0D545110C}" destId="{633E8D0F-6DE8-44CF-8955-03FF30E45F81}" srcOrd="1" destOrd="0" presId="urn:microsoft.com/office/officeart/2018/5/layout/IconLeafLabelList"/>
    <dgm:cxn modelId="{C55F86FE-C04C-4B56-AE88-E1AE7CD1A0B8}" type="presParOf" srcId="{772D874F-9C06-48C7-A53F-11D0D545110C}" destId="{436CBD34-9697-44C2-A669-5065BDE450BA}" srcOrd="2" destOrd="0" presId="urn:microsoft.com/office/officeart/2018/5/layout/IconLeafLabelList"/>
    <dgm:cxn modelId="{82D73418-A0E5-411D-ADA8-7CCD8C1DA4A8}" type="presParOf" srcId="{772D874F-9C06-48C7-A53F-11D0D545110C}" destId="{06F292DD-DEC2-4A19-B956-8F0477CBDB2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4B43F3-B758-4595-B1B3-324ABA3AB16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6CEA668-AFB4-4491-AADC-BF29970E3506}">
      <dgm:prSet/>
      <dgm:spPr/>
      <dgm:t>
        <a:bodyPr/>
        <a:lstStyle/>
        <a:p>
          <a:r>
            <a:rPr lang="pl-PL"/>
            <a:t>Logowanie</a:t>
          </a:r>
          <a:endParaRPr lang="en-US"/>
        </a:p>
      </dgm:t>
    </dgm:pt>
    <dgm:pt modelId="{4E59FC7C-C761-43EC-BC3A-585E6C846ABE}" type="parTrans" cxnId="{15743CEE-D5DB-4D6B-BD21-37A72F3BAA21}">
      <dgm:prSet/>
      <dgm:spPr/>
      <dgm:t>
        <a:bodyPr/>
        <a:lstStyle/>
        <a:p>
          <a:endParaRPr lang="en-US"/>
        </a:p>
      </dgm:t>
    </dgm:pt>
    <dgm:pt modelId="{E4C8642A-F9E0-40EC-BF36-E94AECDE408E}" type="sibTrans" cxnId="{15743CEE-D5DB-4D6B-BD21-37A72F3BAA21}">
      <dgm:prSet/>
      <dgm:spPr/>
      <dgm:t>
        <a:bodyPr/>
        <a:lstStyle/>
        <a:p>
          <a:endParaRPr lang="en-US"/>
        </a:p>
      </dgm:t>
    </dgm:pt>
    <dgm:pt modelId="{7D169314-30BF-40C2-A1D8-82753D10F477}">
      <dgm:prSet/>
      <dgm:spPr/>
      <dgm:t>
        <a:bodyPr/>
        <a:lstStyle/>
        <a:p>
          <a:r>
            <a:rPr lang="pl-PL"/>
            <a:t>Daily Mode</a:t>
          </a:r>
          <a:endParaRPr lang="en-US"/>
        </a:p>
      </dgm:t>
    </dgm:pt>
    <dgm:pt modelId="{E8BF472B-47E6-4784-9376-F8F21F5E8804}" type="parTrans" cxnId="{C6C5FE4E-91F1-4415-9EB8-872D1EA59413}">
      <dgm:prSet/>
      <dgm:spPr/>
      <dgm:t>
        <a:bodyPr/>
        <a:lstStyle/>
        <a:p>
          <a:endParaRPr lang="en-US"/>
        </a:p>
      </dgm:t>
    </dgm:pt>
    <dgm:pt modelId="{051D6603-9941-4183-A148-7197DF6ED95F}" type="sibTrans" cxnId="{C6C5FE4E-91F1-4415-9EB8-872D1EA59413}">
      <dgm:prSet/>
      <dgm:spPr/>
      <dgm:t>
        <a:bodyPr/>
        <a:lstStyle/>
        <a:p>
          <a:endParaRPr lang="en-US"/>
        </a:p>
      </dgm:t>
    </dgm:pt>
    <dgm:pt modelId="{212DAE35-8BC4-431B-8D8D-9E92838E1EF1}">
      <dgm:prSet/>
      <dgm:spPr/>
      <dgm:t>
        <a:bodyPr/>
        <a:lstStyle/>
        <a:p>
          <a:r>
            <a:rPr lang="pl-PL"/>
            <a:t>Ranking</a:t>
          </a:r>
          <a:endParaRPr lang="en-US"/>
        </a:p>
      </dgm:t>
    </dgm:pt>
    <dgm:pt modelId="{571B2546-FBF9-4AA8-9525-314FE6C69A1A}" type="parTrans" cxnId="{C0911C3D-C3DF-428D-B5A2-B518B7193CCB}">
      <dgm:prSet/>
      <dgm:spPr/>
      <dgm:t>
        <a:bodyPr/>
        <a:lstStyle/>
        <a:p>
          <a:endParaRPr lang="en-US"/>
        </a:p>
      </dgm:t>
    </dgm:pt>
    <dgm:pt modelId="{2702A36C-BDA0-4F20-AF75-8B497D905D4C}" type="sibTrans" cxnId="{C0911C3D-C3DF-428D-B5A2-B518B7193CCB}">
      <dgm:prSet/>
      <dgm:spPr/>
      <dgm:t>
        <a:bodyPr/>
        <a:lstStyle/>
        <a:p>
          <a:endParaRPr lang="en-US"/>
        </a:p>
      </dgm:t>
    </dgm:pt>
    <dgm:pt modelId="{28898252-8843-4D38-A0F0-1A9D7CFAF030}">
      <dgm:prSet/>
      <dgm:spPr/>
      <dgm:t>
        <a:bodyPr/>
        <a:lstStyle/>
        <a:p>
          <a:r>
            <a:rPr lang="pl-PL"/>
            <a:t>Story Mode</a:t>
          </a:r>
          <a:endParaRPr lang="en-US"/>
        </a:p>
      </dgm:t>
    </dgm:pt>
    <dgm:pt modelId="{CAFEDA9A-B2B8-469F-91EB-D0393FC26CD4}" type="parTrans" cxnId="{19916F9C-3F73-429A-A072-C2D596F83E5A}">
      <dgm:prSet/>
      <dgm:spPr/>
      <dgm:t>
        <a:bodyPr/>
        <a:lstStyle/>
        <a:p>
          <a:endParaRPr lang="en-US"/>
        </a:p>
      </dgm:t>
    </dgm:pt>
    <dgm:pt modelId="{90AFEB23-3F20-483C-BFE1-FCBF9ECB6924}" type="sibTrans" cxnId="{19916F9C-3F73-429A-A072-C2D596F83E5A}">
      <dgm:prSet/>
      <dgm:spPr/>
      <dgm:t>
        <a:bodyPr/>
        <a:lstStyle/>
        <a:p>
          <a:endParaRPr lang="en-US"/>
        </a:p>
      </dgm:t>
    </dgm:pt>
    <dgm:pt modelId="{5C7C2B7A-104B-416A-9965-9E5C20EAEC96}">
      <dgm:prSet/>
      <dgm:spPr/>
      <dgm:t>
        <a:bodyPr/>
        <a:lstStyle/>
        <a:p>
          <a:r>
            <a:rPr lang="pl-PL"/>
            <a:t>Custom Game</a:t>
          </a:r>
          <a:endParaRPr lang="en-US"/>
        </a:p>
      </dgm:t>
    </dgm:pt>
    <dgm:pt modelId="{67C35F6A-0B96-440A-9CAD-960A06EC48F7}" type="parTrans" cxnId="{4B25AA2B-FA0F-490D-9FF5-599216B7A89F}">
      <dgm:prSet/>
      <dgm:spPr/>
      <dgm:t>
        <a:bodyPr/>
        <a:lstStyle/>
        <a:p>
          <a:endParaRPr lang="en-US"/>
        </a:p>
      </dgm:t>
    </dgm:pt>
    <dgm:pt modelId="{049CF423-74F8-4E98-839F-842DF18B9865}" type="sibTrans" cxnId="{4B25AA2B-FA0F-490D-9FF5-599216B7A89F}">
      <dgm:prSet/>
      <dgm:spPr/>
      <dgm:t>
        <a:bodyPr/>
        <a:lstStyle/>
        <a:p>
          <a:endParaRPr lang="en-US"/>
        </a:p>
      </dgm:t>
    </dgm:pt>
    <dgm:pt modelId="{2E6319A1-8094-43B4-9CFA-2443E3544178}">
      <dgm:prSet/>
      <dgm:spPr/>
      <dgm:t>
        <a:bodyPr/>
        <a:lstStyle/>
        <a:p>
          <a:r>
            <a:rPr lang="pl-PL" dirty="0"/>
            <a:t>Motyw Ciemny/Jasny</a:t>
          </a:r>
          <a:endParaRPr lang="en-US" dirty="0"/>
        </a:p>
      </dgm:t>
    </dgm:pt>
    <dgm:pt modelId="{D87E8E0D-7169-4D57-9F62-B1BE1B79B8EA}" type="parTrans" cxnId="{3C07A0EB-FAF8-411C-B565-AD6F2979D4ED}">
      <dgm:prSet/>
      <dgm:spPr/>
      <dgm:t>
        <a:bodyPr/>
        <a:lstStyle/>
        <a:p>
          <a:endParaRPr lang="en-US"/>
        </a:p>
      </dgm:t>
    </dgm:pt>
    <dgm:pt modelId="{B70B57E7-33DD-4F79-BA26-ED0A9452A599}" type="sibTrans" cxnId="{3C07A0EB-FAF8-411C-B565-AD6F2979D4ED}">
      <dgm:prSet/>
      <dgm:spPr/>
      <dgm:t>
        <a:bodyPr/>
        <a:lstStyle/>
        <a:p>
          <a:endParaRPr lang="en-US"/>
        </a:p>
      </dgm:t>
    </dgm:pt>
    <dgm:pt modelId="{75109B2D-F315-4C53-B949-8C8DB32AF659}">
      <dgm:prSet/>
      <dgm:spPr/>
      <dgm:t>
        <a:bodyPr/>
        <a:lstStyle/>
        <a:p>
          <a:r>
            <a:rPr lang="pl-PL" dirty="0"/>
            <a:t>Gra</a:t>
          </a:r>
        </a:p>
      </dgm:t>
    </dgm:pt>
    <dgm:pt modelId="{961FF1F9-5031-4D07-9E70-002729BE1C1C}" type="parTrans" cxnId="{1BD7F202-5102-48B2-B4A6-1554C84668B3}">
      <dgm:prSet/>
      <dgm:spPr/>
      <dgm:t>
        <a:bodyPr/>
        <a:lstStyle/>
        <a:p>
          <a:endParaRPr lang="pl-PL"/>
        </a:p>
      </dgm:t>
    </dgm:pt>
    <dgm:pt modelId="{F6B21623-ED45-4D34-8269-6E6F0543BBA1}" type="sibTrans" cxnId="{1BD7F202-5102-48B2-B4A6-1554C84668B3}">
      <dgm:prSet/>
      <dgm:spPr/>
      <dgm:t>
        <a:bodyPr/>
        <a:lstStyle/>
        <a:p>
          <a:endParaRPr lang="pl-PL"/>
        </a:p>
      </dgm:t>
    </dgm:pt>
    <dgm:pt modelId="{9320768E-053F-4C19-9236-83F3BA638BB9}" type="pres">
      <dgm:prSet presAssocID="{764B43F3-B758-4595-B1B3-324ABA3AB164}" presName="diagram" presStyleCnt="0">
        <dgm:presLayoutVars>
          <dgm:dir/>
          <dgm:resizeHandles val="exact"/>
        </dgm:presLayoutVars>
      </dgm:prSet>
      <dgm:spPr/>
    </dgm:pt>
    <dgm:pt modelId="{44D674E5-7DB6-411C-9A5B-E4F596674A89}" type="pres">
      <dgm:prSet presAssocID="{B6CEA668-AFB4-4491-AADC-BF29970E3506}" presName="node" presStyleLbl="node1" presStyleIdx="0" presStyleCnt="7">
        <dgm:presLayoutVars>
          <dgm:bulletEnabled val="1"/>
        </dgm:presLayoutVars>
      </dgm:prSet>
      <dgm:spPr/>
    </dgm:pt>
    <dgm:pt modelId="{3397A923-46A3-4127-89BD-0FB51E7B292C}" type="pres">
      <dgm:prSet presAssocID="{E4C8642A-F9E0-40EC-BF36-E94AECDE408E}" presName="sibTrans" presStyleCnt="0"/>
      <dgm:spPr/>
    </dgm:pt>
    <dgm:pt modelId="{23E75014-22D9-4478-ABF3-826675922332}" type="pres">
      <dgm:prSet presAssocID="{7D169314-30BF-40C2-A1D8-82753D10F477}" presName="node" presStyleLbl="node1" presStyleIdx="1" presStyleCnt="7">
        <dgm:presLayoutVars>
          <dgm:bulletEnabled val="1"/>
        </dgm:presLayoutVars>
      </dgm:prSet>
      <dgm:spPr/>
    </dgm:pt>
    <dgm:pt modelId="{5F24425A-B563-49C3-AB44-47B13122C2F0}" type="pres">
      <dgm:prSet presAssocID="{051D6603-9941-4183-A148-7197DF6ED95F}" presName="sibTrans" presStyleCnt="0"/>
      <dgm:spPr/>
    </dgm:pt>
    <dgm:pt modelId="{C85D196F-E9B0-4C65-ADA3-21ECB780C0CD}" type="pres">
      <dgm:prSet presAssocID="{212DAE35-8BC4-431B-8D8D-9E92838E1EF1}" presName="node" presStyleLbl="node1" presStyleIdx="2" presStyleCnt="7">
        <dgm:presLayoutVars>
          <dgm:bulletEnabled val="1"/>
        </dgm:presLayoutVars>
      </dgm:prSet>
      <dgm:spPr/>
    </dgm:pt>
    <dgm:pt modelId="{E741D11D-23C6-49CD-8BA0-9208CB3844AD}" type="pres">
      <dgm:prSet presAssocID="{2702A36C-BDA0-4F20-AF75-8B497D905D4C}" presName="sibTrans" presStyleCnt="0"/>
      <dgm:spPr/>
    </dgm:pt>
    <dgm:pt modelId="{552538C4-130A-4BB3-A6C7-840BD1B654C1}" type="pres">
      <dgm:prSet presAssocID="{28898252-8843-4D38-A0F0-1A9D7CFAF030}" presName="node" presStyleLbl="node1" presStyleIdx="3" presStyleCnt="7">
        <dgm:presLayoutVars>
          <dgm:bulletEnabled val="1"/>
        </dgm:presLayoutVars>
      </dgm:prSet>
      <dgm:spPr/>
    </dgm:pt>
    <dgm:pt modelId="{2BD8BCD1-F40B-42DD-86DE-63229C696608}" type="pres">
      <dgm:prSet presAssocID="{90AFEB23-3F20-483C-BFE1-FCBF9ECB6924}" presName="sibTrans" presStyleCnt="0"/>
      <dgm:spPr/>
    </dgm:pt>
    <dgm:pt modelId="{F1DCA677-47CB-4E70-9650-E3D3895EA88B}" type="pres">
      <dgm:prSet presAssocID="{5C7C2B7A-104B-416A-9965-9E5C20EAEC96}" presName="node" presStyleLbl="node1" presStyleIdx="4" presStyleCnt="7">
        <dgm:presLayoutVars>
          <dgm:bulletEnabled val="1"/>
        </dgm:presLayoutVars>
      </dgm:prSet>
      <dgm:spPr/>
    </dgm:pt>
    <dgm:pt modelId="{4AA29781-88F3-414D-A1D1-7E486CFA2D93}" type="pres">
      <dgm:prSet presAssocID="{049CF423-74F8-4E98-839F-842DF18B9865}" presName="sibTrans" presStyleCnt="0"/>
      <dgm:spPr/>
    </dgm:pt>
    <dgm:pt modelId="{77467DF2-7A97-4E98-9814-BDF12CF20287}" type="pres">
      <dgm:prSet presAssocID="{75109B2D-F315-4C53-B949-8C8DB32AF659}" presName="node" presStyleLbl="node1" presStyleIdx="5" presStyleCnt="7">
        <dgm:presLayoutVars>
          <dgm:bulletEnabled val="1"/>
        </dgm:presLayoutVars>
      </dgm:prSet>
      <dgm:spPr/>
    </dgm:pt>
    <dgm:pt modelId="{930AC050-A496-4B0B-8D3E-559A0003D3A5}" type="pres">
      <dgm:prSet presAssocID="{F6B21623-ED45-4D34-8269-6E6F0543BBA1}" presName="sibTrans" presStyleCnt="0"/>
      <dgm:spPr/>
    </dgm:pt>
    <dgm:pt modelId="{40FE3B2E-073A-4378-ABEB-DD4227813DD6}" type="pres">
      <dgm:prSet presAssocID="{2E6319A1-8094-43B4-9CFA-2443E3544178}" presName="node" presStyleLbl="node1" presStyleIdx="6" presStyleCnt="7">
        <dgm:presLayoutVars>
          <dgm:bulletEnabled val="1"/>
        </dgm:presLayoutVars>
      </dgm:prSet>
      <dgm:spPr/>
    </dgm:pt>
  </dgm:ptLst>
  <dgm:cxnLst>
    <dgm:cxn modelId="{1BD7F202-5102-48B2-B4A6-1554C84668B3}" srcId="{764B43F3-B758-4595-B1B3-324ABA3AB164}" destId="{75109B2D-F315-4C53-B949-8C8DB32AF659}" srcOrd="5" destOrd="0" parTransId="{961FF1F9-5031-4D07-9E70-002729BE1C1C}" sibTransId="{F6B21623-ED45-4D34-8269-6E6F0543BBA1}"/>
    <dgm:cxn modelId="{4B25AA2B-FA0F-490D-9FF5-599216B7A89F}" srcId="{764B43F3-B758-4595-B1B3-324ABA3AB164}" destId="{5C7C2B7A-104B-416A-9965-9E5C20EAEC96}" srcOrd="4" destOrd="0" parTransId="{67C35F6A-0B96-440A-9CAD-960A06EC48F7}" sibTransId="{049CF423-74F8-4E98-839F-842DF18B9865}"/>
    <dgm:cxn modelId="{735ABA2D-4640-46A2-A967-998E60FA90BE}" type="presOf" srcId="{28898252-8843-4D38-A0F0-1A9D7CFAF030}" destId="{552538C4-130A-4BB3-A6C7-840BD1B654C1}" srcOrd="0" destOrd="0" presId="urn:microsoft.com/office/officeart/2005/8/layout/default"/>
    <dgm:cxn modelId="{C0911C3D-C3DF-428D-B5A2-B518B7193CCB}" srcId="{764B43F3-B758-4595-B1B3-324ABA3AB164}" destId="{212DAE35-8BC4-431B-8D8D-9E92838E1EF1}" srcOrd="2" destOrd="0" parTransId="{571B2546-FBF9-4AA8-9525-314FE6C69A1A}" sibTransId="{2702A36C-BDA0-4F20-AF75-8B497D905D4C}"/>
    <dgm:cxn modelId="{445CBB45-80DE-4ABD-9CE3-B3F519D2BD58}" type="presOf" srcId="{5C7C2B7A-104B-416A-9965-9E5C20EAEC96}" destId="{F1DCA677-47CB-4E70-9650-E3D3895EA88B}" srcOrd="0" destOrd="0" presId="urn:microsoft.com/office/officeart/2005/8/layout/default"/>
    <dgm:cxn modelId="{C6C5FE4E-91F1-4415-9EB8-872D1EA59413}" srcId="{764B43F3-B758-4595-B1B3-324ABA3AB164}" destId="{7D169314-30BF-40C2-A1D8-82753D10F477}" srcOrd="1" destOrd="0" parTransId="{E8BF472B-47E6-4784-9376-F8F21F5E8804}" sibTransId="{051D6603-9941-4183-A148-7197DF6ED95F}"/>
    <dgm:cxn modelId="{197CA27A-1F54-46BC-B223-424F79DD2350}" type="presOf" srcId="{2E6319A1-8094-43B4-9CFA-2443E3544178}" destId="{40FE3B2E-073A-4378-ABEB-DD4227813DD6}" srcOrd="0" destOrd="0" presId="urn:microsoft.com/office/officeart/2005/8/layout/default"/>
    <dgm:cxn modelId="{8A9BA987-65DB-4769-A375-E13D5628B335}" type="presOf" srcId="{212DAE35-8BC4-431B-8D8D-9E92838E1EF1}" destId="{C85D196F-E9B0-4C65-ADA3-21ECB780C0CD}" srcOrd="0" destOrd="0" presId="urn:microsoft.com/office/officeart/2005/8/layout/default"/>
    <dgm:cxn modelId="{11ADBE94-D9FD-4DC2-A76B-1B04291089DB}" type="presOf" srcId="{B6CEA668-AFB4-4491-AADC-BF29970E3506}" destId="{44D674E5-7DB6-411C-9A5B-E4F596674A89}" srcOrd="0" destOrd="0" presId="urn:microsoft.com/office/officeart/2005/8/layout/default"/>
    <dgm:cxn modelId="{19916F9C-3F73-429A-A072-C2D596F83E5A}" srcId="{764B43F3-B758-4595-B1B3-324ABA3AB164}" destId="{28898252-8843-4D38-A0F0-1A9D7CFAF030}" srcOrd="3" destOrd="0" parTransId="{CAFEDA9A-B2B8-469F-91EB-D0393FC26CD4}" sibTransId="{90AFEB23-3F20-483C-BFE1-FCBF9ECB6924}"/>
    <dgm:cxn modelId="{CDB680A3-B37C-43B7-B129-839ADF1ED30E}" type="presOf" srcId="{75109B2D-F315-4C53-B949-8C8DB32AF659}" destId="{77467DF2-7A97-4E98-9814-BDF12CF20287}" srcOrd="0" destOrd="0" presId="urn:microsoft.com/office/officeart/2005/8/layout/default"/>
    <dgm:cxn modelId="{8B9A08CB-0CA1-48EF-8869-AA4702873903}" type="presOf" srcId="{7D169314-30BF-40C2-A1D8-82753D10F477}" destId="{23E75014-22D9-4478-ABF3-826675922332}" srcOrd="0" destOrd="0" presId="urn:microsoft.com/office/officeart/2005/8/layout/default"/>
    <dgm:cxn modelId="{A1A587E5-8DC4-4909-BE4A-10BBBF979361}" type="presOf" srcId="{764B43F3-B758-4595-B1B3-324ABA3AB164}" destId="{9320768E-053F-4C19-9236-83F3BA638BB9}" srcOrd="0" destOrd="0" presId="urn:microsoft.com/office/officeart/2005/8/layout/default"/>
    <dgm:cxn modelId="{3C07A0EB-FAF8-411C-B565-AD6F2979D4ED}" srcId="{764B43F3-B758-4595-B1B3-324ABA3AB164}" destId="{2E6319A1-8094-43B4-9CFA-2443E3544178}" srcOrd="6" destOrd="0" parTransId="{D87E8E0D-7169-4D57-9F62-B1BE1B79B8EA}" sibTransId="{B70B57E7-33DD-4F79-BA26-ED0A9452A599}"/>
    <dgm:cxn modelId="{15743CEE-D5DB-4D6B-BD21-37A72F3BAA21}" srcId="{764B43F3-B758-4595-B1B3-324ABA3AB164}" destId="{B6CEA668-AFB4-4491-AADC-BF29970E3506}" srcOrd="0" destOrd="0" parTransId="{4E59FC7C-C761-43EC-BC3A-585E6C846ABE}" sibTransId="{E4C8642A-F9E0-40EC-BF36-E94AECDE408E}"/>
    <dgm:cxn modelId="{B0E6AE19-E21B-496B-9935-B4D7800E4D37}" type="presParOf" srcId="{9320768E-053F-4C19-9236-83F3BA638BB9}" destId="{44D674E5-7DB6-411C-9A5B-E4F596674A89}" srcOrd="0" destOrd="0" presId="urn:microsoft.com/office/officeart/2005/8/layout/default"/>
    <dgm:cxn modelId="{6E6B5BDA-9EC8-47A8-A8FB-16E46C9EBBCC}" type="presParOf" srcId="{9320768E-053F-4C19-9236-83F3BA638BB9}" destId="{3397A923-46A3-4127-89BD-0FB51E7B292C}" srcOrd="1" destOrd="0" presId="urn:microsoft.com/office/officeart/2005/8/layout/default"/>
    <dgm:cxn modelId="{BA7A1891-D237-4774-A04E-52CC7568EFE0}" type="presParOf" srcId="{9320768E-053F-4C19-9236-83F3BA638BB9}" destId="{23E75014-22D9-4478-ABF3-826675922332}" srcOrd="2" destOrd="0" presId="urn:microsoft.com/office/officeart/2005/8/layout/default"/>
    <dgm:cxn modelId="{0C8D5CEA-459E-4520-BEB7-5952C1B5BC5D}" type="presParOf" srcId="{9320768E-053F-4C19-9236-83F3BA638BB9}" destId="{5F24425A-B563-49C3-AB44-47B13122C2F0}" srcOrd="3" destOrd="0" presId="urn:microsoft.com/office/officeart/2005/8/layout/default"/>
    <dgm:cxn modelId="{8E56CA97-D045-4F6C-8754-0D5813C0CA41}" type="presParOf" srcId="{9320768E-053F-4C19-9236-83F3BA638BB9}" destId="{C85D196F-E9B0-4C65-ADA3-21ECB780C0CD}" srcOrd="4" destOrd="0" presId="urn:microsoft.com/office/officeart/2005/8/layout/default"/>
    <dgm:cxn modelId="{7F11B1E4-470F-4952-A8ED-08488E3EA39F}" type="presParOf" srcId="{9320768E-053F-4C19-9236-83F3BA638BB9}" destId="{E741D11D-23C6-49CD-8BA0-9208CB3844AD}" srcOrd="5" destOrd="0" presId="urn:microsoft.com/office/officeart/2005/8/layout/default"/>
    <dgm:cxn modelId="{A4737AAD-5CB9-4B1E-9721-394D10F6F6D6}" type="presParOf" srcId="{9320768E-053F-4C19-9236-83F3BA638BB9}" destId="{552538C4-130A-4BB3-A6C7-840BD1B654C1}" srcOrd="6" destOrd="0" presId="urn:microsoft.com/office/officeart/2005/8/layout/default"/>
    <dgm:cxn modelId="{D7689BF7-28A8-40FC-9EFA-2712BF2515CF}" type="presParOf" srcId="{9320768E-053F-4C19-9236-83F3BA638BB9}" destId="{2BD8BCD1-F40B-42DD-86DE-63229C696608}" srcOrd="7" destOrd="0" presId="urn:microsoft.com/office/officeart/2005/8/layout/default"/>
    <dgm:cxn modelId="{64F9AB8D-787B-43EB-8F80-97D7E12C2410}" type="presParOf" srcId="{9320768E-053F-4C19-9236-83F3BA638BB9}" destId="{F1DCA677-47CB-4E70-9650-E3D3895EA88B}" srcOrd="8" destOrd="0" presId="urn:microsoft.com/office/officeart/2005/8/layout/default"/>
    <dgm:cxn modelId="{82A4182E-9AFA-44F3-BF89-627EF6B43B69}" type="presParOf" srcId="{9320768E-053F-4C19-9236-83F3BA638BB9}" destId="{4AA29781-88F3-414D-A1D1-7E486CFA2D93}" srcOrd="9" destOrd="0" presId="urn:microsoft.com/office/officeart/2005/8/layout/default"/>
    <dgm:cxn modelId="{FDF534C8-5EB7-4186-A052-F60C20780F8F}" type="presParOf" srcId="{9320768E-053F-4C19-9236-83F3BA638BB9}" destId="{77467DF2-7A97-4E98-9814-BDF12CF20287}" srcOrd="10" destOrd="0" presId="urn:microsoft.com/office/officeart/2005/8/layout/default"/>
    <dgm:cxn modelId="{D7350C0E-E8FF-402A-B486-AB77174128CB}" type="presParOf" srcId="{9320768E-053F-4C19-9236-83F3BA638BB9}" destId="{930AC050-A496-4B0B-8D3E-559A0003D3A5}" srcOrd="11" destOrd="0" presId="urn:microsoft.com/office/officeart/2005/8/layout/default"/>
    <dgm:cxn modelId="{FF539460-C051-447E-A628-C7ACF377630F}" type="presParOf" srcId="{9320768E-053F-4C19-9236-83F3BA638BB9}" destId="{40FE3B2E-073A-4378-ABEB-DD4227813DD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40C7F5-5823-48D5-9FCD-BF715BA720DF}">
      <dsp:nvSpPr>
        <dsp:cNvPr id="0" name=""/>
        <dsp:cNvSpPr/>
      </dsp:nvSpPr>
      <dsp:spPr>
        <a:xfrm>
          <a:off x="438504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DEC53-8825-4A03-9103-C1909491020C}">
      <dsp:nvSpPr>
        <dsp:cNvPr id="0" name=""/>
        <dsp:cNvSpPr/>
      </dsp:nvSpPr>
      <dsp:spPr>
        <a:xfrm>
          <a:off x="1512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Czym jest nasza gra binarna?</a:t>
          </a:r>
          <a:endParaRPr lang="en-US" sz="1500" kern="1200" dirty="0"/>
        </a:p>
      </dsp:txBody>
      <dsp:txXfrm>
        <a:off x="1512" y="2261913"/>
        <a:ext cx="1589062" cy="635625"/>
      </dsp:txXfrm>
    </dsp:sp>
    <dsp:sp modelId="{EED73A6E-6445-4E69-8BE6-13D6FE64036F}">
      <dsp:nvSpPr>
        <dsp:cNvPr id="0" name=""/>
        <dsp:cNvSpPr/>
      </dsp:nvSpPr>
      <dsp:spPr>
        <a:xfrm>
          <a:off x="2305652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02B53-D0D4-442F-A24F-FEE7805BDBF7}">
      <dsp:nvSpPr>
        <dsp:cNvPr id="0" name=""/>
        <dsp:cNvSpPr/>
      </dsp:nvSpPr>
      <dsp:spPr>
        <a:xfrm>
          <a:off x="1868660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Założenia projektu</a:t>
          </a:r>
          <a:endParaRPr lang="en-US" sz="1500" kern="1200" dirty="0"/>
        </a:p>
      </dsp:txBody>
      <dsp:txXfrm>
        <a:off x="1868660" y="2261913"/>
        <a:ext cx="1589062" cy="635625"/>
      </dsp:txXfrm>
    </dsp:sp>
    <dsp:sp modelId="{8EC7F7AA-8F5A-4950-B0C6-45EED01196C6}">
      <dsp:nvSpPr>
        <dsp:cNvPr id="0" name=""/>
        <dsp:cNvSpPr/>
      </dsp:nvSpPr>
      <dsp:spPr>
        <a:xfrm>
          <a:off x="4172801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48670-28A3-4371-9AF2-C1AFC4BD46B5}">
      <dsp:nvSpPr>
        <dsp:cNvPr id="0" name=""/>
        <dsp:cNvSpPr/>
      </dsp:nvSpPr>
      <dsp:spPr>
        <a:xfrm>
          <a:off x="3735809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Wykorzystane narzędzia i środowisko pracy</a:t>
          </a:r>
          <a:endParaRPr lang="en-US" sz="1500" kern="1200" dirty="0"/>
        </a:p>
      </dsp:txBody>
      <dsp:txXfrm>
        <a:off x="3735809" y="2261913"/>
        <a:ext cx="1589062" cy="635625"/>
      </dsp:txXfrm>
    </dsp:sp>
    <dsp:sp modelId="{69B9CFEA-85FE-4058-86CA-7FE151F4B1BB}">
      <dsp:nvSpPr>
        <dsp:cNvPr id="0" name=""/>
        <dsp:cNvSpPr/>
      </dsp:nvSpPr>
      <dsp:spPr>
        <a:xfrm>
          <a:off x="6039949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B5D1E-4130-4653-AB5F-C1B02D2F8A6E}">
      <dsp:nvSpPr>
        <dsp:cNvPr id="0" name=""/>
        <dsp:cNvSpPr/>
      </dsp:nvSpPr>
      <dsp:spPr>
        <a:xfrm>
          <a:off x="5602957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Baza Danych</a:t>
          </a:r>
          <a:endParaRPr lang="en-US" sz="1500" kern="1200" dirty="0"/>
        </a:p>
      </dsp:txBody>
      <dsp:txXfrm>
        <a:off x="5602957" y="2261913"/>
        <a:ext cx="1589062" cy="635625"/>
      </dsp:txXfrm>
    </dsp:sp>
    <dsp:sp modelId="{509A5051-A646-4157-BE42-91B4BA34C7C7}">
      <dsp:nvSpPr>
        <dsp:cNvPr id="0" name=""/>
        <dsp:cNvSpPr/>
      </dsp:nvSpPr>
      <dsp:spPr>
        <a:xfrm>
          <a:off x="7907098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BA1D0-B832-43BD-8A61-AD69F821FE4D}">
      <dsp:nvSpPr>
        <dsp:cNvPr id="0" name=""/>
        <dsp:cNvSpPr/>
      </dsp:nvSpPr>
      <dsp:spPr>
        <a:xfrm>
          <a:off x="7470105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Prezentacji aplikacji</a:t>
          </a:r>
          <a:endParaRPr lang="en-US" sz="1500" kern="1200" dirty="0"/>
        </a:p>
      </dsp:txBody>
      <dsp:txXfrm>
        <a:off x="7470105" y="2261913"/>
        <a:ext cx="1589062" cy="635625"/>
      </dsp:txXfrm>
    </dsp:sp>
    <dsp:sp modelId="{75534DC6-F667-4B86-9B9A-06665889B9ED}">
      <dsp:nvSpPr>
        <dsp:cNvPr id="0" name=""/>
        <dsp:cNvSpPr/>
      </dsp:nvSpPr>
      <dsp:spPr>
        <a:xfrm>
          <a:off x="9774253" y="1389077"/>
          <a:ext cx="715078" cy="7150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7C73E-3130-48C8-BBEC-D5B9681F6B4A}">
      <dsp:nvSpPr>
        <dsp:cNvPr id="0" name=""/>
        <dsp:cNvSpPr/>
      </dsp:nvSpPr>
      <dsp:spPr>
        <a:xfrm>
          <a:off x="9337254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Koniec</a:t>
          </a:r>
          <a:endParaRPr lang="en-US" sz="1500" kern="1200" dirty="0"/>
        </a:p>
      </dsp:txBody>
      <dsp:txXfrm>
        <a:off x="9337254" y="2261913"/>
        <a:ext cx="1589062" cy="6356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63B11-F3CD-4E23-A673-4B3F7A2C158D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00B38-3521-4586-B275-33595B0ED41D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1CA6D-E862-41CE-887F-B3B7FA4E97FA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kern="1200"/>
            <a:t>Umożliwienie użytkownikowi zagranie w Binary Game</a:t>
          </a:r>
          <a:endParaRPr lang="en-US" sz="1400" kern="1200"/>
        </a:p>
      </dsp:txBody>
      <dsp:txXfrm>
        <a:off x="100682" y="2684598"/>
        <a:ext cx="2370489" cy="720000"/>
      </dsp:txXfrm>
    </dsp:sp>
    <dsp:sp modelId="{527A5C31-922F-4A2D-A031-A0F27BF1AD68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7D0693-B445-4BE1-BEBF-9959B45A9B30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96F83-1242-408B-A6B8-F551D0BB4C6B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kern="1200"/>
            <a:t>Możliwość zalogowania i rywalizowania z innymi w globalnym rankingu</a:t>
          </a:r>
          <a:endParaRPr lang="en-US" sz="1400" kern="1200"/>
        </a:p>
      </dsp:txBody>
      <dsp:txXfrm>
        <a:off x="2886007" y="2684598"/>
        <a:ext cx="2370489" cy="720000"/>
      </dsp:txXfrm>
    </dsp:sp>
    <dsp:sp modelId="{E515493F-DEEA-4B1C-8640-092CDFA35048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DC1ED-432F-471A-8EA6-460D520E18BC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3A80A-B67C-490B-A684-6E00D68B5E0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kern="1200"/>
            <a:t>Podpowiedzi AI podczas rozgrywki</a:t>
          </a:r>
          <a:endParaRPr lang="en-US" sz="1400" kern="1200"/>
        </a:p>
      </dsp:txBody>
      <dsp:txXfrm>
        <a:off x="5671332" y="2684598"/>
        <a:ext cx="2370489" cy="720000"/>
      </dsp:txXfrm>
    </dsp:sp>
    <dsp:sp modelId="{7ECB4995-9595-4A08-A431-1EA25D6B7591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E8D0F-6DE8-44CF-8955-03FF30E45F81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292DD-DEC2-4A19-B956-8F0477CBDB20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kern="1200"/>
            <a:t>Aktywności takie jak Daily, Custom Game, Story Mode</a:t>
          </a:r>
          <a:endParaRPr lang="en-US" sz="1400" kern="1200"/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674E5-7DB6-411C-9A5B-E4F596674A89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kern="1200"/>
            <a:t>Logowanie</a:t>
          </a:r>
          <a:endParaRPr lang="en-US" sz="3000" kern="1200"/>
        </a:p>
      </dsp:txBody>
      <dsp:txXfrm>
        <a:off x="3201" y="445489"/>
        <a:ext cx="2539866" cy="1523919"/>
      </dsp:txXfrm>
    </dsp:sp>
    <dsp:sp modelId="{23E75014-22D9-4478-ABF3-826675922332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kern="1200"/>
            <a:t>Daily Mode</a:t>
          </a:r>
          <a:endParaRPr lang="en-US" sz="3000" kern="1200"/>
        </a:p>
      </dsp:txBody>
      <dsp:txXfrm>
        <a:off x="2797054" y="445489"/>
        <a:ext cx="2539866" cy="1523919"/>
      </dsp:txXfrm>
    </dsp:sp>
    <dsp:sp modelId="{C85D196F-E9B0-4C65-ADA3-21ECB780C0CD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kern="1200"/>
            <a:t>Ranking</a:t>
          </a:r>
          <a:endParaRPr lang="en-US" sz="3000" kern="1200"/>
        </a:p>
      </dsp:txBody>
      <dsp:txXfrm>
        <a:off x="5590907" y="445489"/>
        <a:ext cx="2539866" cy="1523919"/>
      </dsp:txXfrm>
    </dsp:sp>
    <dsp:sp modelId="{552538C4-130A-4BB3-A6C7-840BD1B654C1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kern="1200"/>
            <a:t>Story Mode</a:t>
          </a:r>
          <a:endParaRPr lang="en-US" sz="3000" kern="1200"/>
        </a:p>
      </dsp:txBody>
      <dsp:txXfrm>
        <a:off x="8384760" y="445489"/>
        <a:ext cx="2539866" cy="1523919"/>
      </dsp:txXfrm>
    </dsp:sp>
    <dsp:sp modelId="{F1DCA677-47CB-4E70-9650-E3D3895EA88B}">
      <dsp:nvSpPr>
        <dsp:cNvPr id="0" name=""/>
        <dsp:cNvSpPr/>
      </dsp:nvSpPr>
      <dsp:spPr>
        <a:xfrm>
          <a:off x="1400128" y="2223395"/>
          <a:ext cx="2539866" cy="1523919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kern="1200"/>
            <a:t>Custom Game</a:t>
          </a:r>
          <a:endParaRPr lang="en-US" sz="3000" kern="1200"/>
        </a:p>
      </dsp:txBody>
      <dsp:txXfrm>
        <a:off x="1400128" y="2223395"/>
        <a:ext cx="2539866" cy="1523919"/>
      </dsp:txXfrm>
    </dsp:sp>
    <dsp:sp modelId="{77467DF2-7A97-4E98-9814-BDF12CF20287}">
      <dsp:nvSpPr>
        <dsp:cNvPr id="0" name=""/>
        <dsp:cNvSpPr/>
      </dsp:nvSpPr>
      <dsp:spPr>
        <a:xfrm>
          <a:off x="4193981" y="2223395"/>
          <a:ext cx="2539866" cy="1523919"/>
        </a:xfrm>
        <a:prstGeom prst="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kern="1200" dirty="0"/>
            <a:t>Gra</a:t>
          </a:r>
        </a:p>
      </dsp:txBody>
      <dsp:txXfrm>
        <a:off x="4193981" y="2223395"/>
        <a:ext cx="2539866" cy="1523919"/>
      </dsp:txXfrm>
    </dsp:sp>
    <dsp:sp modelId="{40FE3B2E-073A-4378-ABEB-DD4227813DD6}">
      <dsp:nvSpPr>
        <dsp:cNvPr id="0" name=""/>
        <dsp:cNvSpPr/>
      </dsp:nvSpPr>
      <dsp:spPr>
        <a:xfrm>
          <a:off x="6987834" y="2223395"/>
          <a:ext cx="2539866" cy="152391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kern="1200" dirty="0"/>
            <a:t>Motyw Ciemny/Jasny</a:t>
          </a:r>
          <a:endParaRPr lang="en-US" sz="3000" kern="1200" dirty="0"/>
        </a:p>
      </dsp:txBody>
      <dsp:txXfrm>
        <a:off x="6987834" y="2223395"/>
        <a:ext cx="2539866" cy="1523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A4502-2085-4275-A855-BE6B6C27E95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38DC3-0266-42E3-96B7-AE8BCAD378F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7977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029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972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Wypełnij planszę - </a:t>
            </a:r>
            <a:r>
              <a:rPr lang="pl-PL" dirty="0"/>
              <a:t>Uzupełnij wszystkie pola siatki cyframi </a:t>
            </a:r>
            <a:r>
              <a:rPr lang="pl-PL" b="1" dirty="0"/>
              <a:t>0</a:t>
            </a:r>
            <a:r>
              <a:rPr lang="pl-PL" dirty="0"/>
              <a:t> i </a:t>
            </a:r>
            <a:r>
              <a:rPr lang="pl-PL" b="1" dirty="0"/>
              <a:t>1</a:t>
            </a:r>
            <a:r>
              <a:rPr lang="pl-PL" dirty="0"/>
              <a:t>, zgodnie z poniższymi zasadami.</a:t>
            </a:r>
          </a:p>
          <a:p>
            <a:r>
              <a:rPr lang="pl-PL" b="1" dirty="0"/>
              <a:t>Równowaga w wierszach - </a:t>
            </a:r>
            <a:r>
              <a:rPr lang="pl-PL" dirty="0"/>
              <a:t>Każdy wiersz (oraz kolumna) musi zawierać </a:t>
            </a:r>
            <a:r>
              <a:rPr lang="pl-PL" b="1" dirty="0"/>
              <a:t>taką samą liczbę zer i jedynek</a:t>
            </a:r>
            <a:r>
              <a:rPr lang="pl-PL" dirty="0"/>
              <a:t>.</a:t>
            </a:r>
          </a:p>
          <a:p>
            <a:r>
              <a:rPr lang="pl-PL" b="1" dirty="0"/>
              <a:t>Bez duplikatów - </a:t>
            </a:r>
            <a:r>
              <a:rPr lang="pl-PL" dirty="0"/>
              <a:t>Żadne dwa wiersze ani dwie kolumny </a:t>
            </a:r>
            <a:r>
              <a:rPr lang="pl-PL" b="1" dirty="0"/>
              <a:t>nie mogą być identyczne</a:t>
            </a:r>
            <a:r>
              <a:rPr lang="pl-PL" dirty="0"/>
              <a:t>.</a:t>
            </a:r>
          </a:p>
          <a:p>
            <a:r>
              <a:rPr lang="pl-PL" b="1" dirty="0"/>
              <a:t>Trzy pod rząd zabronione - </a:t>
            </a:r>
            <a:r>
              <a:rPr lang="pl-PL" dirty="0"/>
              <a:t>Nie mogą występować </a:t>
            </a:r>
            <a:r>
              <a:rPr lang="pl-PL" b="0" dirty="0"/>
              <a:t>trzy takie same cyfry obok siebie</a:t>
            </a:r>
            <a:r>
              <a:rPr lang="pl-PL" dirty="0"/>
              <a:t> – ani poziomo, ani pionowo.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2967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1901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2505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5837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5802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8820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0788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4480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8DC3-0266-42E3-96B7-AE8BCAD378FD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6673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B11665-D8FE-F319-E07B-36BB97C16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EA7311E-29FD-CEF2-9487-153B4B827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115B3CE-DC1C-43EF-B821-1A6467963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658A51D-50B6-474B-CB67-4E854BF3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0A2262B-0EBC-3D13-56AE-1376DBAE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4400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8E7347-9466-F3FB-8AE7-A6B51EDB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78A18B-50BC-0BFE-806E-D5FF17765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DAC7DF2-282E-770D-0644-19D66B686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C9351D7-74B6-AD54-AF41-297AC119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C006253-A76E-77B1-DC4A-14A4687B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687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2085BD-6AF5-CFD1-5F37-02A1F828F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27360EE-192E-3CE2-8DDA-DE8F123B8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0EA1EA3-EF0F-9FD3-D4D9-E3B838BF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7058F1-847C-7E71-44ED-3E109ECF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B9378BD-2651-B6E2-32F9-6C7B38AB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223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380ED6-89DB-B1B0-FB63-B2D74751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C9762A4-460C-3A56-0C62-9788CF84D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3F75E28-A417-DEAE-1849-80B44C858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32AEDAC-A60E-E2A1-621F-E6B74E56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32665C0-82E9-9BA0-3F1B-32AF3C27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8BA9AA3-1E73-4150-81EB-4D768F5F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921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D6392C-502B-CE53-4EDB-B0F9478C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19BBD85-FB18-28FF-20E2-9DE1AF474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F17D69A-2282-D32F-F93B-364C122ED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DE2CAB52-F89C-AC0B-E2D8-52B6A0755E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BFCE8DB-4B68-B61C-E50C-0BCC6FB70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872F7277-CB04-1AB6-A2B3-55C4A6D52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16356AEA-28AE-E563-454B-6C8CA9C05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E7BFE129-FFC1-C140-C55C-E83D3DA5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5154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5FD022-0EED-8F21-57C6-3FA73463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E39C436-79C8-E86D-AE22-35A751DC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4A8D196-2A51-95F9-9E0C-4F2BF023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7C1B1C8-5BF2-910B-8481-3C01FC40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23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8697AB3-232B-6F45-7D99-22283DEAB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274E3D0B-FF22-3524-079D-51E58AD1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A477CC9-3688-C21D-ABB1-41923C68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812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163303-AF51-3BB9-4005-2647657D0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037CBF6-6CEF-0972-E962-54CD9164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B3A6D22-C04B-2194-BE85-529D06BDF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92F59B-C265-78E1-2EE5-AAEDEFBA3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EAE8270-C4DF-5C07-8A1A-8FAC48C0B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B11A24E-32DB-349F-4459-97A6779E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ECB85B-9B99-8B9C-B2CF-1E34E805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269B791-AEE5-CFBF-5309-E4ADDBACE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39C009E-2A37-F5F9-444B-DC78B4ECE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E52B77D-2246-5E72-E9DD-BE07B292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5A28D32-D695-8FCC-A999-549250C87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CAC19D5-F28D-E3D3-088D-DFB60B94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056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7A60E3-E4F6-629E-37A2-1B33D3A1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F457795-1E86-EFE4-5456-5779174AA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CD29E3B-85E2-DDD8-D1FE-4DCE9E7C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90C6A79-B068-6D68-172B-3C4A7444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7203020-AF87-0FF4-9122-E7215CF9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715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E44B3BC-B3DB-AF85-0608-3D25BA51A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FB34474-5FF6-1773-A2D0-3E529DAE8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03C3213-DB46-1BB2-6607-7B695A9D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42BE7F0-B2D4-DD31-5661-C4BF0D3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AC48BD6-49A2-CD37-1620-8A8E7866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932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F66CDCA6-6553-32B5-8347-0D74E4D2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32F3A10-E129-CEB0-18E5-257C260FC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A0D40BF-DBD1-8DD5-CBBE-F39815B58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5EBF1-0C09-4749-897E-D1467D68F379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B6F9E6A-F2B4-31FF-ED61-4AF50F87B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D349B88-7A2E-4513-FD42-056EED45D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EEFA4-C382-4442-8A37-42CBC909C1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126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oncepcja danych">
            <a:extLst>
              <a:ext uri="{FF2B5EF4-FFF2-40B4-BE49-F238E27FC236}">
                <a16:creationId xmlns:a16="http://schemas.microsoft.com/office/drawing/2014/main" id="{67AD4A30-5213-D9EB-4A21-D92B6F73E3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8738" b="626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0E7813A0-703F-2DE0-CD17-7FFA29838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l-PL" b="1">
                <a:solidFill>
                  <a:srgbClr val="FFFFFF"/>
                </a:solidFill>
              </a:rPr>
              <a:t>Binary Game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1A9F08B-D846-A458-3EB9-DEBBD7D4F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pl-PL" b="1" dirty="0">
                <a:solidFill>
                  <a:srgbClr val="FFFFFF"/>
                </a:solidFill>
              </a:rPr>
              <a:t>Sebastian </a:t>
            </a:r>
            <a:r>
              <a:rPr lang="pl-PL" b="1" dirty="0" err="1">
                <a:solidFill>
                  <a:srgbClr val="FFFFFF"/>
                </a:solidFill>
              </a:rPr>
              <a:t>Legierski</a:t>
            </a:r>
            <a:endParaRPr lang="pl-PL" b="1" dirty="0">
              <a:solidFill>
                <a:srgbClr val="FFFFFF"/>
              </a:solidFill>
            </a:endParaRPr>
          </a:p>
          <a:p>
            <a:r>
              <a:rPr lang="pl-PL" b="1" dirty="0">
                <a:solidFill>
                  <a:srgbClr val="FFFFFF"/>
                </a:solidFill>
              </a:rPr>
              <a:t>Jan Gryczon</a:t>
            </a:r>
            <a:endParaRPr lang="pl-P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724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FBB698C-EB2C-E90B-70A6-6599DF00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12" name="Symbol zastępczy zawartości 2">
            <a:extLst>
              <a:ext uri="{FF2B5EF4-FFF2-40B4-BE49-F238E27FC236}">
                <a16:creationId xmlns:a16="http://schemas.microsoft.com/office/drawing/2014/main" id="{F0AA2D25-DCBC-D476-29D9-0B28474E5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22373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2149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B49F8E2-7FE9-1633-D645-3196FF79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Binary </a:t>
            </a:r>
            <a:r>
              <a:rPr lang="pl-PL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ame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Symbol zastępczy zawartości 4" descr="Obraz zawierający zrzut ekranu&#10;&#10;Zawartość wygenerowana przez AI może być niepoprawna.">
            <a:extLst>
              <a:ext uri="{FF2B5EF4-FFF2-40B4-BE49-F238E27FC236}">
                <a16:creationId xmlns:a16="http://schemas.microsoft.com/office/drawing/2014/main" id="{55A5879C-2F0E-F367-43A9-CBDE21DFB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16329" y="467208"/>
            <a:ext cx="5197945" cy="5923584"/>
          </a:xfrm>
          <a:prstGeom prst="rect">
            <a:avLst/>
          </a:prstGeom>
        </p:spPr>
      </p:pic>
      <p:pic>
        <p:nvPicPr>
          <p:cNvPr id="7" name="Obraz 6" descr="Obraz zawierający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204FB8AF-1700-12DF-9137-0DA3B2B37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727" y="2549602"/>
            <a:ext cx="685896" cy="647790"/>
          </a:xfrm>
          <a:prstGeom prst="rect">
            <a:avLst/>
          </a:prstGeom>
        </p:spPr>
      </p:pic>
      <p:pic>
        <p:nvPicPr>
          <p:cNvPr id="9" name="Obraz 8" descr="Obraz zawierający zrzut ekranu, krąg, Obiekt astronomiczny, czarne&#10;&#10;Zawartość wygenerowana przez AI może być niepoprawna.">
            <a:extLst>
              <a:ext uri="{FF2B5EF4-FFF2-40B4-BE49-F238E27FC236}">
                <a16:creationId xmlns:a16="http://schemas.microsoft.com/office/drawing/2014/main" id="{3B953EEE-4D2C-632A-F949-626A63BC6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9789" y="2582944"/>
            <a:ext cx="581106" cy="581106"/>
          </a:xfrm>
          <a:prstGeom prst="rect">
            <a:avLst/>
          </a:prstGeom>
        </p:spPr>
      </p:pic>
      <p:pic>
        <p:nvPicPr>
          <p:cNvPr id="13" name="Obraz 12" descr="Obraz zawierający zrzut ekranu, krąg, Obiekt astronomiczny, czarne&#10;&#10;Zawartość wygenerowana przez AI może być niepoprawna.">
            <a:extLst>
              <a:ext uri="{FF2B5EF4-FFF2-40B4-BE49-F238E27FC236}">
                <a16:creationId xmlns:a16="http://schemas.microsoft.com/office/drawing/2014/main" id="{D1B0FF95-309F-9E17-EACA-292228695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4019" y="2582944"/>
            <a:ext cx="581106" cy="581106"/>
          </a:xfrm>
          <a:prstGeom prst="rect">
            <a:avLst/>
          </a:prstGeom>
        </p:spPr>
      </p:pic>
      <p:pic>
        <p:nvPicPr>
          <p:cNvPr id="17" name="Obraz 16" descr="Obraz zawierający zrzut ekranu, krąg, Obiekt astronomiczny, czarne&#10;&#10;Zawartość wygenerowana przez AI może być niepoprawna.">
            <a:extLst>
              <a:ext uri="{FF2B5EF4-FFF2-40B4-BE49-F238E27FC236}">
                <a16:creationId xmlns:a16="http://schemas.microsoft.com/office/drawing/2014/main" id="{4D99B51B-14A5-1CE9-700C-12ED2B6DB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621" y="2577570"/>
            <a:ext cx="581106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75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F35C6CF-CA1A-84C2-1028-1F1DE9DF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Założenia projektu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E8CF279-5B76-4709-8DE5-4EB02264E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16489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950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Rectangle 1050">
            <a:extLst>
              <a:ext uri="{FF2B5EF4-FFF2-40B4-BE49-F238E27FC236}">
                <a16:creationId xmlns:a16="http://schemas.microsoft.com/office/drawing/2014/main" id="{0EFD753D-6A49-46DD-9E82-AA6E2C62B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138A5824-1F4A-4EE7-BC13-5BB48FC0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044" y="321732"/>
            <a:ext cx="4568741" cy="6192603"/>
          </a:xfrm>
          <a:prstGeom prst="rect">
            <a:avLst/>
          </a:prstGeom>
          <a:solidFill>
            <a:srgbClr val="3336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2CA2EEC-5FDC-BAC1-CF81-7055A922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257" y="637523"/>
            <a:ext cx="3608896" cy="1690993"/>
          </a:xfrm>
        </p:spPr>
        <p:txBody>
          <a:bodyPr anchor="b">
            <a:normAutofit/>
          </a:bodyPr>
          <a:lstStyle/>
          <a:p>
            <a:r>
              <a:rPr lang="pl-PL" sz="3600">
                <a:solidFill>
                  <a:srgbClr val="FFFFFF"/>
                </a:solidFill>
              </a:rPr>
              <a:t>Wykorzystane Technologię</a:t>
            </a:r>
          </a:p>
        </p:txBody>
      </p:sp>
      <p:pic>
        <p:nvPicPr>
          <p:cNvPr id="1044" name="Picture 20">
            <a:extLst>
              <a:ext uri="{FF2B5EF4-FFF2-40B4-BE49-F238E27FC236}">
                <a16:creationId xmlns:a16="http://schemas.microsoft.com/office/drawing/2014/main" id="{72230890-909C-429B-D70E-E38147709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5080" y="334988"/>
            <a:ext cx="2062593" cy="183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BDB812-6A3A-433A-06DB-F457645F5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256" y="2474260"/>
            <a:ext cx="3607930" cy="3677158"/>
          </a:xfrm>
        </p:spPr>
        <p:txBody>
          <a:bodyPr anchor="t">
            <a:normAutofit/>
          </a:bodyPr>
          <a:lstStyle/>
          <a:p>
            <a:r>
              <a:rPr lang="pl-PL" sz="2000" dirty="0">
                <a:solidFill>
                  <a:srgbClr val="FFFFFF"/>
                </a:solidFill>
                <a:ea typeface="+mn-lt"/>
                <a:cs typeface="+mn-lt"/>
              </a:rPr>
              <a:t>Front-end</a:t>
            </a:r>
            <a:r>
              <a:rPr lang="pl-PL" sz="2000" dirty="0">
                <a:solidFill>
                  <a:srgbClr val="FFFFFF"/>
                </a:solidFill>
              </a:rPr>
              <a:t>: </a:t>
            </a:r>
            <a:r>
              <a:rPr lang="pl-PL" sz="2000" dirty="0" err="1">
                <a:solidFill>
                  <a:srgbClr val="FFFFFF"/>
                </a:solidFill>
              </a:rPr>
              <a:t>React</a:t>
            </a:r>
            <a:endParaRPr lang="pl-PL" sz="2000" dirty="0">
              <a:solidFill>
                <a:srgbClr val="FFFFFF"/>
              </a:solidFill>
            </a:endParaRPr>
          </a:p>
          <a:p>
            <a:r>
              <a:rPr lang="pl-PL" sz="2000" dirty="0" err="1">
                <a:solidFill>
                  <a:srgbClr val="FFFFFF"/>
                </a:solidFill>
              </a:rPr>
              <a:t>Back</a:t>
            </a:r>
            <a:r>
              <a:rPr lang="pl-PL" sz="2000" dirty="0">
                <a:solidFill>
                  <a:srgbClr val="FFFFFF"/>
                </a:solidFill>
              </a:rPr>
              <a:t>-end: </a:t>
            </a:r>
            <a:r>
              <a:rPr lang="pl-PL" sz="2000" dirty="0" err="1">
                <a:solidFill>
                  <a:srgbClr val="FFFFFF"/>
                </a:solidFill>
              </a:rPr>
              <a:t>Python</a:t>
            </a:r>
          </a:p>
          <a:p>
            <a:r>
              <a:rPr lang="pl-PL" sz="2000" dirty="0">
                <a:solidFill>
                  <a:srgbClr val="FFFFFF"/>
                </a:solidFill>
              </a:rPr>
              <a:t>Baza danych: Microsoft SQL i SQL </a:t>
            </a:r>
            <a:r>
              <a:rPr lang="pl-PL" sz="2000" dirty="0" err="1">
                <a:solidFill>
                  <a:srgbClr val="FFFFFF"/>
                </a:solidFill>
              </a:rPr>
              <a:t>Alchemy</a:t>
            </a:r>
          </a:p>
          <a:p>
            <a:r>
              <a:rPr lang="pl-PL" sz="2000" dirty="0" err="1">
                <a:solidFill>
                  <a:srgbClr val="FFFFFF"/>
                </a:solidFill>
              </a:rPr>
              <a:t>Ai</a:t>
            </a:r>
            <a:r>
              <a:rPr lang="pl-PL" sz="2000" dirty="0">
                <a:solidFill>
                  <a:srgbClr val="FFFFFF"/>
                </a:solidFill>
              </a:rPr>
              <a:t>: </a:t>
            </a:r>
            <a:r>
              <a:rPr lang="pl-PL" sz="2000" dirty="0" err="1">
                <a:solidFill>
                  <a:srgbClr val="FFFFFF"/>
                </a:solidFill>
              </a:rPr>
              <a:t>Gemini</a:t>
            </a:r>
          </a:p>
        </p:txBody>
      </p:sp>
      <p:pic>
        <p:nvPicPr>
          <p:cNvPr id="1040" name="Picture 16" descr="microsoft sql server logo | ZETO-RZESZÓW Sp. z o.o.">
            <a:extLst>
              <a:ext uri="{FF2B5EF4-FFF2-40B4-BE49-F238E27FC236}">
                <a16:creationId xmlns:a16="http://schemas.microsoft.com/office/drawing/2014/main" id="{B2DEF4CE-DE03-E553-2760-248FA43A3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5081" y="2596229"/>
            <a:ext cx="2062593" cy="166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oogle Gemini Logo PNG Transparent Images">
            <a:extLst>
              <a:ext uri="{FF2B5EF4-FFF2-40B4-BE49-F238E27FC236}">
                <a16:creationId xmlns:a16="http://schemas.microsoft.com/office/drawing/2014/main" id="{2A10B427-DDCA-803A-5845-E7204BAF7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86" b="89328" l="6000" r="97111">
                        <a14:foregroundMark x1="17111" y1="43083" x2="17111" y2="43083"/>
                        <a14:foregroundMark x1="66889" y1="31225" x2="66889" y2="31225"/>
                        <a14:foregroundMark x1="6000" y1="52569" x2="6000" y2="52569"/>
                        <a14:foregroundMark x1="24222" y1="66008" x2="24222" y2="66008"/>
                        <a14:foregroundMark x1="34667" y1="65613" x2="34667" y2="65613"/>
                        <a14:foregroundMark x1="73556" y1="43874" x2="73556" y2="43874"/>
                        <a14:foregroundMark x1="73333" y1="64427" x2="73333" y2="64427"/>
                        <a14:foregroundMark x1="83111" y1="56917" x2="83111" y2="56917"/>
                        <a14:foregroundMark x1="90000" y1="71146" x2="90000" y2="71146"/>
                        <a14:foregroundMark x1="97111" y1="59289" x2="97111" y2="59289"/>
                        <a14:foregroundMark x1="95111" y1="45850" x2="95111" y2="45850"/>
                        <a14:foregroundMark x1="6222" y1="71937" x2="6222" y2="71937"/>
                        <a14:foregroundMark x1="24222" y1="64032" x2="24222" y2="64032"/>
                        <a14:foregroundMark x1="17111" y1="63241" x2="17111" y2="632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6936" y="602593"/>
            <a:ext cx="4248944" cy="238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ython (programming language) - Wikipedia">
            <a:extLst>
              <a:ext uri="{FF2B5EF4-FFF2-40B4-BE49-F238E27FC236}">
                <a16:creationId xmlns:a16="http://schemas.microsoft.com/office/drawing/2014/main" id="{77A4FFDC-FAEF-DEA7-D161-F24EADD68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60107" y="4644984"/>
            <a:ext cx="1869351" cy="18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29454E9-C7AC-66D9-9499-37C8BFE64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6936" y="4612897"/>
            <a:ext cx="4248944" cy="89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052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A44EE08-336B-C5D4-F022-A6BDC32CF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Baza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F144F699-D640-86B4-7D76-346C9A1F6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4541" y="457199"/>
            <a:ext cx="3151237" cy="589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1689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soba piszący w Notatniku">
            <a:extLst>
              <a:ext uri="{FF2B5EF4-FFF2-40B4-BE49-F238E27FC236}">
                <a16:creationId xmlns:a16="http://schemas.microsoft.com/office/drawing/2014/main" id="{D4790B45-549A-1D31-DE3D-0370DB51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48" r="-1" b="-1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6F367B3-287E-662D-C0B3-E69248E1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 err="1">
                <a:solidFill>
                  <a:srgbClr val="FFFFFF"/>
                </a:solidFill>
              </a:rPr>
              <a:t>Prezentacji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aplikacji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44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841F5B6-C5C0-673E-F224-C44243662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Funkcjonalności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B9319EF-8AB8-0B7C-BE12-D5F6623288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7542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3548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49BCD61-9FCB-0DFA-A6C5-93A7736D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Logowanie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Symbol zastępczy zawartości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DAF3FB0D-12B0-CC3A-E2C3-816EB4694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02428" y="1297404"/>
            <a:ext cx="7225748" cy="426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893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E3BD495-B4DE-7959-9247-21F3DCFE6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Daily</a:t>
            </a:r>
          </a:p>
        </p:txBody>
      </p:sp>
      <p:pic>
        <p:nvPicPr>
          <p:cNvPr id="6" name="Symbol zastępczy zawartości 5" descr="Obraz zawierający zrzut ekranu, tekst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2AE7425F-AB75-BCE2-54DA-96677A133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088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1B57C3-09BF-4A73-A7C2-5D473416A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Ranking</a:t>
            </a:r>
          </a:p>
        </p:txBody>
      </p:sp>
      <p:pic>
        <p:nvPicPr>
          <p:cNvPr id="5" name="Symbol zastępczy zawartości 4" descr="Obraz zawierający zrzut ekranu, tekst, oprogramowanie, multimedia&#10;&#10;Zawartość wygenerowana przez AI może być niepoprawna.">
            <a:extLst>
              <a:ext uri="{FF2B5EF4-FFF2-40B4-BE49-F238E27FC236}">
                <a16:creationId xmlns:a16="http://schemas.microsoft.com/office/drawing/2014/main" id="{AE211BC2-38A5-6BB7-DE5A-691BCCD67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1357" y="467208"/>
            <a:ext cx="688788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468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36FE5E-40BA-4E0A-0FB6-786D87E9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Story </a:t>
            </a:r>
            <a:r>
              <a:rPr lang="pl-PL" b="1" dirty="0" err="1"/>
              <a:t>Mode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7DF55B8-67A6-8B19-25A2-52E982DF4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402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E28CA9B-55D0-611D-599C-0494F5433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 Game</a:t>
            </a:r>
          </a:p>
        </p:txBody>
      </p:sp>
      <p:pic>
        <p:nvPicPr>
          <p:cNvPr id="5" name="Symbol zastępczy zawartości 4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4266CCC9-34E5-17DD-B340-BDDA1808E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8071" y="467208"/>
            <a:ext cx="667446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0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A2EFF7D-83B0-7C6B-C59F-793684A6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</a:t>
            </a:r>
          </a:p>
        </p:txBody>
      </p:sp>
      <p:pic>
        <p:nvPicPr>
          <p:cNvPr id="5" name="Symbol zastępczy zawartości 4" descr="Obraz zawierający zrzut ekranu, Oprogramowanie multimedialne, Oprogramowanie graficzne, modelowanie 3D&#10;&#10;Zawartość wygenerowana przez AI może być niepoprawna.">
            <a:extLst>
              <a:ext uri="{FF2B5EF4-FFF2-40B4-BE49-F238E27FC236}">
                <a16:creationId xmlns:a16="http://schemas.microsoft.com/office/drawing/2014/main" id="{52447ABF-7CED-0BA6-0B58-9C36834E8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9154" y="1966293"/>
            <a:ext cx="989369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11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18414D-1626-4996-AACB-23D3DE45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6334283-6116-646C-9033-00DC8E56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75" y="707132"/>
            <a:ext cx="366712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Pomocnik AI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3209925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ymbol zastępczy zawartości 4" descr="Obraz zawierający kreskówka, kot, Figurka zwierzęcia, zabawka&#10;&#10;Zawartość wygenerowana przez AI może być niepoprawna.">
            <a:extLst>
              <a:ext uri="{FF2B5EF4-FFF2-40B4-BE49-F238E27FC236}">
                <a16:creationId xmlns:a16="http://schemas.microsoft.com/office/drawing/2014/main" id="{19879AB0-AC3C-A498-BA44-FD8D01777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47472" y="186877"/>
            <a:ext cx="4718321" cy="648424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35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5BE7DBC-A01E-2F70-94D1-8F83F343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Ciemny Motyw</a:t>
            </a:r>
          </a:p>
        </p:txBody>
      </p:sp>
      <p:pic>
        <p:nvPicPr>
          <p:cNvPr id="5" name="Symbol zastępczy zawartości 4" descr="Obraz zawierający zrzut ekranu, Oprogramowanie multimedialne, Oprogramowanie graficzne, oprogramowanie&#10;&#10;Zawartość wygenerowana przez AI może być niepoprawna.">
            <a:extLst>
              <a:ext uri="{FF2B5EF4-FFF2-40B4-BE49-F238E27FC236}">
                <a16:creationId xmlns:a16="http://schemas.microsoft.com/office/drawing/2014/main" id="{80DB2401-5DE1-5891-74D0-EC59FE7F8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9154" y="1966293"/>
            <a:ext cx="989369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8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45C76EE-53A8-FC07-042E-F2195C7B4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Jasny Motyw</a:t>
            </a:r>
          </a:p>
        </p:txBody>
      </p:sp>
      <p:pic>
        <p:nvPicPr>
          <p:cNvPr id="5" name="Symbol zastępczy zawartości 4" descr="Obraz zawierający zrzut ekranu, tekst, oprogramowanie, diagram&#10;&#10;Zawartość wygenerowana przez AI może być niepoprawna.">
            <a:extLst>
              <a:ext uri="{FF2B5EF4-FFF2-40B4-BE49-F238E27FC236}">
                <a16:creationId xmlns:a16="http://schemas.microsoft.com/office/drawing/2014/main" id="{A8B7393A-994E-CD4C-22B7-C3921022F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3516" y="1966293"/>
            <a:ext cx="978496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7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01C81CB-10D3-F4DF-F3A0-E4D978C7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Koniec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5849532-AB80-EC0D-623C-A5AEF97FF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pl-PL" sz="2400" dirty="0">
                <a:solidFill>
                  <a:srgbClr val="FFFFFF"/>
                </a:solidFill>
              </a:rPr>
              <a:t>S</a:t>
            </a:r>
            <a:r>
              <a:rPr lang="en-US" sz="2400" dirty="0" err="1">
                <a:solidFill>
                  <a:srgbClr val="FFFFFF"/>
                </a:solidFill>
              </a:rPr>
              <a:t>erdecznie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pl-PL" sz="2400" dirty="0">
                <a:solidFill>
                  <a:srgbClr val="FFFFFF"/>
                </a:solidFill>
              </a:rPr>
              <a:t>d</a:t>
            </a:r>
            <a:r>
              <a:rPr lang="en-US" sz="2400" dirty="0" err="1">
                <a:solidFill>
                  <a:srgbClr val="FFFFFF"/>
                </a:solidFill>
              </a:rPr>
              <a:t>ziękują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pl-PL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z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uwagę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Sebastian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Legierski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Jan Gryczon</a:t>
            </a:r>
          </a:p>
        </p:txBody>
      </p:sp>
    </p:spTree>
    <p:extLst>
      <p:ext uri="{BB962C8B-B14F-4D97-AF65-F5344CB8AC3E}">
        <p14:creationId xmlns:p14="http://schemas.microsoft.com/office/powerpoint/2010/main" val="103541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AC9414F16951F479041B456979DCAFB" ma:contentTypeVersion="14" ma:contentTypeDescription="Utwórz nowy dokument." ma:contentTypeScope="" ma:versionID="ca0a7a857ad83b57efba73a9c0f05a5c">
  <xsd:schema xmlns:xsd="http://www.w3.org/2001/XMLSchema" xmlns:xs="http://www.w3.org/2001/XMLSchema" xmlns:p="http://schemas.microsoft.com/office/2006/metadata/properties" xmlns:ns3="c3fed794-7b3a-45a3-a834-7236231fecb8" xmlns:ns4="a6708873-675e-4ef9-bf2f-5b3c2c682e01" targetNamespace="http://schemas.microsoft.com/office/2006/metadata/properties" ma:root="true" ma:fieldsID="0d2f161d84dd634e79f03554eae14fbc" ns3:_="" ns4:_="">
    <xsd:import namespace="c3fed794-7b3a-45a3-a834-7236231fecb8"/>
    <xsd:import namespace="a6708873-675e-4ef9-bf2f-5b3c2c682e0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DateTaken" minOccurs="0"/>
                <xsd:element ref="ns4:MediaLengthInSecond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fed794-7b3a-45a3-a834-7236231fecb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708873-675e-4ef9-bf2f-5b3c2c682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6708873-675e-4ef9-bf2f-5b3c2c682e01" xsi:nil="true"/>
  </documentManagement>
</p:properties>
</file>

<file path=customXml/itemProps1.xml><?xml version="1.0" encoding="utf-8"?>
<ds:datastoreItem xmlns:ds="http://schemas.openxmlformats.org/officeDocument/2006/customXml" ds:itemID="{DFC930BE-9836-43F2-8FBA-4ADE66B346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fed794-7b3a-45a3-a834-7236231fecb8"/>
    <ds:schemaRef ds:uri="a6708873-675e-4ef9-bf2f-5b3c2c682e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F639D9-659C-4234-B89C-CD59B62534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9AD136-2B32-440A-8477-83D20941D238}">
  <ds:schemaRefs>
    <ds:schemaRef ds:uri="http://purl.org/dc/terms/"/>
    <ds:schemaRef ds:uri="http://schemas.openxmlformats.org/package/2006/metadata/core-properties"/>
    <ds:schemaRef ds:uri="c3fed794-7b3a-45a3-a834-7236231fecb8"/>
    <ds:schemaRef ds:uri="http://schemas.microsoft.com/office/2006/documentManagement/types"/>
    <ds:schemaRef ds:uri="http://purl.org/dc/elements/1.1/"/>
    <ds:schemaRef ds:uri="http://schemas.microsoft.com/office/2006/metadata/properties"/>
    <ds:schemaRef ds:uri="a6708873-675e-4ef9-bf2f-5b3c2c682e01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205</Words>
  <Application>Microsoft Office PowerPoint</Application>
  <PresentationFormat>Panoramiczny</PresentationFormat>
  <Paragraphs>57</Paragraphs>
  <Slides>18</Slides>
  <Notes>11</Notes>
  <HiddenSlides>1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19" baseType="lpstr">
      <vt:lpstr>Motyw pakietu Office</vt:lpstr>
      <vt:lpstr>Binary Game</vt:lpstr>
      <vt:lpstr>Agenda</vt:lpstr>
      <vt:lpstr>Binary Game</vt:lpstr>
      <vt:lpstr>Założenia projektu</vt:lpstr>
      <vt:lpstr>Wykorzystane Technologię</vt:lpstr>
      <vt:lpstr>Baza danych</vt:lpstr>
      <vt:lpstr>Prezentacji aplikacji</vt:lpstr>
      <vt:lpstr>Funkcjonalności</vt:lpstr>
      <vt:lpstr>Logowanie</vt:lpstr>
      <vt:lpstr>Daily</vt:lpstr>
      <vt:lpstr>Ranking</vt:lpstr>
      <vt:lpstr>Story Mode</vt:lpstr>
      <vt:lpstr>Custom Game</vt:lpstr>
      <vt:lpstr>Gra</vt:lpstr>
      <vt:lpstr>Pomocnik AI</vt:lpstr>
      <vt:lpstr>Ciemny Motyw</vt:lpstr>
      <vt:lpstr>Jasny Motyw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Gryczon (jg303784)</dc:creator>
  <cp:lastModifiedBy>Jan Gryczon (jg303784)</cp:lastModifiedBy>
  <cp:revision>6</cp:revision>
  <dcterms:created xsi:type="dcterms:W3CDTF">2026-02-02T14:29:47Z</dcterms:created>
  <dcterms:modified xsi:type="dcterms:W3CDTF">2026-02-07T10:59:25Z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0x010100CAC9414F16951F479041B456979DCAFB</vt:lpwstr>
  </property>
</Properties>
</file>